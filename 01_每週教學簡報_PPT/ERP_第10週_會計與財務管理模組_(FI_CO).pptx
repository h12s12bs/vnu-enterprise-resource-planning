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10 週：第 10 週：會計與財務管理模組 (FI/CO)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CH09 會計與財務管理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10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授課單元：會計與財務管理模組 (FI/CO)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章節對應：CH09 會計與財務管理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核心學習目標：掌握總帳、應收/應付帳款模組與成本中心會計 (CO)，理解業務事件如何即時觸發自動傳票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認證考試核心焦點：總帳 (GL)、應收 (AR)、應付 (AP)、成本中心 (Cost Center)、資產負債表與損益表生成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【企業現場】會計與財務管理模組 (FI/CO)之典型營運困境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企業痛點核心情境：所有前台業務與物流動作，在 ERP 後台最終都會化為精確的會計分錄，實現帳實相符！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【流程重構】會計與財務管理模組 (FI/CO)之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【架構剖析】會計與財務管理模組 (FI/CO)的核心模組功能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核心功能定位：落實掌握總帳、應收/應付帳款模組與成本中心會計 (CO)，理解業務事件如何即時觸發自動傳票之核心作業標準化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【運算核心】會計與財務管理模組 (FI/CO)關鍵演算法原理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運算演算法旨在解決企業在『掌握總帳、應收/應付帳款模組與成本中心會計 (CO)，理解業務事件如何即時觸發自動傳票』時的決策最佳化問題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賦能】會計與財務管理模組 (FI/CO)之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10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實作專案主題：10_Week10_FI_CO自動生成試算表與傳票平衡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10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`sample_data.json`：包含本週模擬業務測試情境資料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關鍵提點：現在請全班開啟終端機或 Antigravity，進入本週專案資料夾！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讀取模擬業務單據陣列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1：在終端機（PowerShell）切換目錄至第 10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3：依投影片指引補齊運算式與邏輯判斷條件（或請 Antigravity 協同編寫）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4：儲存檔案後，在終端機執行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10 週 10_Week10_FI_CO自動生成試算表與傳票平衡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【考點精要】會計與財務管理模組 (FI/CO)之證照必考重點速記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證照考試核心大綱對應：總帳 (GL)、應收 (AR)、應付 (AP)、成本中心 (Cost Center)、資產負債表與損益表生成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精選真題：關於會計與財務管理模組 (FI/CO)的核心功能與作業原則，下列敘述何者最為正確？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10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核心理念：所有前台業務與物流動作，在 ERP 後台最終都會化為精確的會計分錄，實現帳實相符！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任務：財務會計 FI - 自動總帳過帳與試算表 (Trial Balance) 產出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企業每日產生採購進貨、銷貨出庫、水電雜支與員工報銷。本週學生使用 Antigravity 實作自動日記帳過帳引擎，檢核借貸平衡並產生會計期末試算表。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建立總帳會計過帳程式。讀取 transactions.json，將每筆營運事件（銷貨、採購、付款）過帳至科目明細。...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trial_balance.json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Week10_Antigravity_Project.zip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Week10_Antigravity_Project.zip，動手做出真正可運行的產出！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10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