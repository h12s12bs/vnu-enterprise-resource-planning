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10 週：會計與財務管理模組 (FI/CO)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財務會計 FI ✕ 管理會計 CO 責任中心與自動分錄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釐清財務會計 (FI) 與管理會計 (CO) 之本質任務差異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 ERP 跨模組作業之借貸分錄自動拋轉 (Posting) 機制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理解成本中心 (Cost Center) 與利潤中心 (Profit Center) 責任制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認識 AI 在智慧對帳與異常費用智慧稽核中之應用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關鍵提點：FI 顧外部合規，CO 助內部決策，是企業財務雙核心！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對比解析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財務會計 (FI) vs 管理會計 (CO) 核心對比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財務會計 (FI)：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服務對象：外部投資人、銀行、稅捐稽徵機關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準則依據：嚴格遵行一般公認會計準則 (GAAP / IFRS)，要求借貸平衡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管理會計 (CO)：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服務對象：內部各級管理階層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準則依據：無固定格式，著重成本分攤、部門利潤分析與經營決策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檢定經典考題：下列何者非 FI 模組之主要服務對象？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責任中心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管理會計 CO：成本中心與利潤中心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成本中心 (Cost Center)：只產生費用、不產生營收之部門（如人資、資訊、總務）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利潤中心 (Profit Center)：具備獨立營收與成本之單位（如各大事業群、分公司）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成本分攤 (Cost Allocation)：將公共費用（如水電、租金）依合理動因分攤至各產品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讓高階主管能看清每一款產品、每一個專案的真實淨利！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關鍵提點：精準核算成本是企業定價與停止虧損業務的重要依據！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AI 賦能財務：自動對帳與異常稽核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銀行對帳 Agent：每日自動介接各大網銀明細，與 ERP 總帳快速勾稽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員工報支稽核 Agent：AI OCR 辨識差旅發票，自動查核是否重複報支或超出差旅標準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異常費用預警：利用異常偵測模型即時標註異常暴增的費用科目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提升財務月結效率，由過去耗時 7 天大幅縮減至 1 天以內！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關鍵提點：財務人員從貼憑證解脫，轉型為具備商業洞察的財務分析師！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任務：財務會計 FI - 自動總帳過帳與試算表 (Trial Balance) 產出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企業每日產生採購進貨、銷貨出庫、水電雜支與員工報銷。本週學生使用 Antigravity 實作自動日記帳過帳引擎，檢核借貸平衡並產生會計期末試算表。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建立總帳會計過帳程式。讀取 transactions.json，將每筆營運事件（銷貨、採購、付款）過帳至科目明細。...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trial_balance.json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Week10_Antigravity_Project.zip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Week10_Antigravity_Project.zip，動手做出真正可運行的產出！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10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1：FI 主要產出資產負債表與綜合損益表供外部查閱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2：CO 模組提供成本分攤與內部主管績效衡量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3：ERP 自動分錄拋轉有效降低人工記帳疏失與重工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4：總帳 (General Ledger, GL) 為所有子帳戶彙總之核心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關鍵提點：請進入教學平台完成第 10 週隨堂快測！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