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18 週：第 18 週：期末考 ／ 企業資源規劃期末成果發表與證照檢定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期末成果總驗收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18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授課單元：期末考 ／ 企業資源規劃期末成果發表與證照檢定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章節對應：期末成果總驗收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核心學習目標：使用 Antigravity 彙整期中成果，生成期末成果展示網頁並發布至 GitHub Pages，落實企業 Agentic AI 流程整合總驗收與專業證照檢定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認證考試核心焦點：期末考成果發布、GitHub Pages 線上展示、專業證照檢定合格驗收、學習歷程檔案歸檔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【企業現場】期末考 ／ 企業資源規劃期末成果發表與證照檢定之典型營運困境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企業痛點核心情境：展示整學期在電腦教室動手做的豐富成果，以 Antigravity 彙整發布 GitHub Pages，為個人履歷增添強大職場競爭力！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【流程重構】期末考 ／ 企業資源規劃期末成果發表與證照檢定之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【架構剖析】期末考 ／ 企業資源規劃期末成果發表與證照檢定的核心模組功能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核心功能定位：落實使用 Antigravity 彙整期中成果，生成期末成果展示網頁並發布至 GitHub Pages，落實企業 Agentic AI 流程整合總驗收與專業證照檢定之核心作業標準化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【運算核心】期末考 ／ 企業資源規劃期末成果發表與證照檢定關鍵演算法原理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運算演算法旨在解決企業在『使用 Antigravity 彙整期中成果，生成期末成果展示網頁並發布至 GitHub Pages，落實企業 Agentic AI 流程整合總驗收與專業證照檢定』時的決策最佳化問題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期末考導引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【期末考專案】使用 Antigravity 彙整期中成果與全學期精華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本學期期末考重點：使用 Antigravity 統整前半學期之期中成果與各模組實作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打破單一模組界線，將 SD、MM、PP、FI 各流程串聯為企業端到端展示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利用 Antigravity 智慧生成工具，快速建構專業且具備互動性的成果展示網頁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產出成果將永久發布於 GitHub Pages，成為個人職場求職與證照面試的黃金作品集！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關鍵提點：用 AI 工具賦能實作，把一學期的汗水轉化為看得見的高價值成果！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成果彙整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【專案彙整】啟動 Antigravity 執行期中與模組整合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PowerShell 切換至 Week 18 目錄：`cd D:/erp_projects/18_Week18_期末成果_AI_ERP綜合專案發布`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執行整合工具：`python starter.py` 或使用 Antigravity 對話指令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系統自動讀取各週產出的主檔、訂單與傳票資料，統整為單一整合資料模型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終端機印出彙整進度：【期中流程分析 ＋ SD/MM/PP/FI 模組 ＋ AI 流程自動化】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關鍵提點：數據自動流轉彙整，展現全流程端到端整合能力！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網頁生成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【展示頁生成】一鍵產出個人作品集 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Antigravity 彙整完成後，在當前專案資料夾自動生成展示網頁：`index.html`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內建響應式設計 (RWD)：手機、平板與桌機皆能完美瀏覽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展示頁內容包含：專案主題、期中流程優化提案、模組架構圖與 AI Agent 成果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Windows 檔案總管雙擊 `index.html`，即可在 Chrome/Edge 瀏覽器本機預覽效果！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關鍵提點：免寫複雜前端語法，由 AI 自動排版美化，成果專業吸睛！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版本推送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推送】使用 GitHub Desktop 將成果推至個人倉庫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 GitHub Desktop，確認左上角 Repository 為自己的個人倉庫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Changes 清單中會看見新增的 `index.html` 與專案資源檔案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欄位輸入：`完成期末考成果彙整與展示頁製作`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main】，接著點擊右上角【Push origin】推送到 GitHub 雲端！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關鍵提點：程式碼與網頁安全上傳雲端，不再受電腦教室關機重置影響！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網站託管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Pages】開啟免費個人雲端網站託管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打開瀏覽器前往您的個人 GitHub 倉庫網頁 (`github.com/您的帳號/倉庫名稱`)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點擊倉庫頂部的【⚙️ Settings】進入設定選單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在左側導覽列點選【Pages】選項進入 GitHub Pages 設定頁面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在【Build and deployment】下方：Source 保持『Deploy from a branch』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Branch 選擇『main』，資料夾選擇『/ (root)』，點擊右側【Save】儲存！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關鍵提點：GitHub Pages 是全球工程師最推崇的免費靜態網頁託管服務！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網址取得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【成果驗收】取得個人專屬 GitHub Pages 展示網址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儲存後稍候 1~2 分鐘，重新整理 Pages 設定頁面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頂部會出現綠色提示：『Your site is live at https://&lt;帳號&gt;.github.io/&lt;倉庫&gt;/』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點擊【Visit site】即可開啟您的個人線上期末作品集網站！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任何人在世界上任何地方打開這個公開網址，都能看見您全學期的精彩成果！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關鍵提點：擁有一座個人專屬作品集網站，履歷競爭力直接大幅領先！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成果登錄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【期末考登錄】於課程平台登錄 GitHub Pages 網址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複製剛剛產出的個人 GitHub Pages 成果網址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回到本課程教學平台，切換至【📝 學生期中／期末考】專區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類別選擇【🏆 期末考 (佔比 40%)】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在【專案主題 / 標題】輸入您的專題名稱，摘要欄填寫核心亮點說明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在【線上成果網址】欄位貼入您的 GitHub Pages 公開網址！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關鍵提點：線上登錄即刻同步至 Firebase 雲端，紀錄永久保存不遺失！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成績核算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【證照加分】勾選證照特別加分與期末總成績核算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在表單下方務必確認勾選：☑【🌟 申請專業證照特別加分】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若已考取 AI 賦能 ERP 或相關證照，老師後台將即時核給學期總成績加分！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點擊【確認送出繳交考評成果】，完成本學期期末考專案成果交付！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全學期成績核算：平時出席 (20%) ＋ 期中考 (40%) ＋ 期末考 (40%) ＋ 證照特別加分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關鍵提點：恭喜全班同學順利完成 18 週豐富精采的企業資源規劃學習旅程！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【考點精要】期末考 ／ 企業資源規劃期末成果發表與證照檢定之證照必考重點速記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證照考試核心大綱對應：期末考成果發布、GitHub Pages 線上展示、專業證照檢定合格驗收、學習歷程檔案歸檔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精選真題：關於期末考 ／ 企業資源規劃期末成果發表與證照檢定的核心功能與作業原則，下列敘述何者最為正確？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學期總結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【圓滿結業】全學期 18 週學習總結與核心回顧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核心能力 1【跨模組流程整合】：貫通 O2C、P2P 與生產三大營運循環之資料流與單據勾稽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核心能力 2【動手做中學】：親手實作 Python 業務邏輯，具備企業主檔建模與防呆驗證實力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核心能力 3【Agentic AI 前瞻賦能】：掌握 AI Agent、Prompt Engineering 與自動審核實務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核心能力 4【個人專業作品集】：完成 GitHub Pages 線上成果展示，為求職面試增添強大即戰力！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關鍵提點：流程導向 ✕ AI 賦能 ✕ 證照加持，邁向頂尖企業數位轉型規劃人才！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任務：期末成果發表 - 企業 AI-ERP 整合專案成果發布與驗收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整合全學期 18 週所學之 ERP 核心模組與 Agentic AI 技術，各組學生使用 Antigravity 打包完成包含流程圖、ReAct...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整理你的期末專題。將組別、選定之企業流程痛點、所設計之 Agentic AI 工作流架構、驗證數據與預期效益指標，...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final_project_report.md 與 submission_status.json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Week18_Antigravity_Project.zip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Week18_Antigravity_Project.zip，動手做出真正可運行的產出！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未來展望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【未來展望】學以致用，迎接 AI 數位轉型大時代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1：確認 GitHub Pages 個人作品集網址可公開存取且手機排版正常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2：確認已於課程平台【📝 學生期中／期末考】專區完成成果網址登錄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3：確認證照特別加分已勾選，成績已由老師線上評定登錄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4：將 GitHub Pages 成果連結加入個人履歷 (Resume) 與 LinkedIn 檔案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祝全班進企四系4甲各位同學：證照順利考取、前程似錦、事業蒸蒸日上！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關鍵提點：萬能科技大學 企業管理系 邱俊維 博士 誠摯祝福全班同學！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