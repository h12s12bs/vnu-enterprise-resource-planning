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64592" cy="457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萬能科技大學 企業管理系 ｜ 11501 企業資源規劃 (ERP)</a:t>
            </a:r>
          </a:p>
          <a:p>
            <a:pPr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微軟正黑體"/>
              </a:rPr>
              <a:t>第 04 週：銷售與配銷模組 (SD) - 出貨、開立發票與應收</a:t>
            </a:r>
          </a:p>
          <a:p>
            <a:pPr>
              <a:spcAft>
                <a:spcPts val="2000"/>
              </a:spcAft>
            </a:pPr>
            <a:r>
              <a:rPr sz="3000" b="1">
                <a:solidFill>
                  <a:srgbClr val="E2E8F0"/>
                </a:solidFill>
                <a:latin typeface="微軟正黑體"/>
              </a:rPr>
              <a:t>Order-to-Cash 完結 ✕ 借貸自動拋轉</a:t>
            </a:r>
          </a:p>
          <a:p>
            <a:pPr>
              <a:spcAft>
                <a:spcPts val="1000"/>
              </a:spcAft>
            </a:pPr>
            <a:r>
              <a:rPr sz="2800">
                <a:solidFill>
                  <a:srgbClr val="CBD5E1"/>
                </a:solidFill>
                <a:latin typeface="微軟正黑體"/>
              </a:rPr>
              <a:t>班級：進企四系4甲 ｜ 時間：週四 16:20 ~ 17:50 (電腦教室)</a:t>
            </a:r>
          </a:p>
          <a:p>
            <a:r>
              <a:rPr sz="2800" b="1">
                <a:solidFill>
                  <a:srgbClr val="D97706"/>
                </a:solidFill>
                <a:latin typeface="微軟正黑體"/>
              </a:rPr>
              <a:t>授課教師：邱俊維 博士 ｜ ★ 考取 AI 賦能 ERP 或相關證照直接加分！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學習目標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本週核心學習目標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掌握倉庫揀貨、包裝、出庫發料過帳之作業流程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理解開立發票 (Billing) 與應收帳款 (AR) 沖銷勾稽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精熟出貨發料與開立發票在會計總帳中的借貸分錄自動拋轉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剖析 O2C 流程中 AI Agent 在物流與帳單通知上的創新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關鍵提點：出貨不是銷配的結束，收款沖銷才是商業的落袋！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痛點破冰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課堂痛點破冰：出貨過帳與會計即時連動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倉庫出貨刷條碼的瞬間，ERP 後台庫存數量立刻扣減！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與此同時，會計模組自動產生借貸傳票，無需人工貼傳票！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若系統未整合：庫存帳實不符、銷貨成本算錯、發票漏開！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這就是 ERP「資訊一次登錄，全系統即時同步」的核心威力！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關鍵提點：即時整合是 ERP 與傳統單機套裝會計軟體的最大差別！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會計勾稽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重要必考：出貨與發票自動拋轉分錄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1. 倉庫出貨過帳時 (實體存貨減少)：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   【借：銷貨成本 ｜ 貸：存貨】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2. 財務開立銷售發票時 (確認債權與收益)：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   【借：應收帳款 ｜ 貸：銷貨收入、銷項稅額】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3. 收到客戶貨款時 (消除應收帳款)：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   【借：銀行存款 ｜ 貸：應收帳款】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關鍵提點：借貸自動拋轉分錄是期中考與 ERP 檢定核心檢定重點！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AI 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Agentic AI 在 O2C 流程的最新實踐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智慧倉儲 Agent：自動規劃撿貨最短路徑與裝箱演算法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帳單寄送 Agent：發票一開立，自動轉發 PDF 與付款連結至客戶 LINE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應收帳款預警 Agent：自動追蹤逾期款項並產出催收清單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大幅降低業務與會計例行追蹤工時達 80% 以上！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關鍵提點：流程自動化讓企業經營更敏捷、更具競爭力！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實機任務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Antigravity 任務：銷售配銷 SD - 出貨單 (DN) 扣庫與自動會計分錄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1E3A8A"/>
                </a:solidFill>
                <a:latin typeface="微軟正黑體"/>
              </a:rPr>
              <a:t>🏢 企業情境：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倉庫確認出貨並點選完成交貨後，ERP 必須自動執行兩大動作：1. 扣減物料實體庫存量；2. 自動產生借貸相等的會計傳票 (借：應收帳款，貸：銷貨...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7C3AED"/>
                </a:solidFill>
                <a:latin typeface="微軟正黑體"/>
              </a:rPr>
              <a:t>🤖 AI 指引：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 Antigravity 中實作出貨過帳引擎。讀取 delivery_note.json，執行：1. 扣減現有庫存；2. 根據出貨售價與移動平...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059669"/>
                </a:solidFill>
                <a:latin typeface="微軟正黑體"/>
              </a:rPr>
              <a:t>📦 產出交付：</a:t>
            </a:r>
            <a:r>
              <a:rPr sz="2800" b="1">
                <a:solidFill>
                  <a:srgbClr val="0F172A"/>
                </a:solidFill>
                <a:latin typeface="微軟正黑體"/>
              </a:rPr>
              <a:t>accounting_voucher.json (存放於專案目錄)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1E3A8A"/>
                </a:solidFill>
                <a:latin typeface="微軟正黑體"/>
              </a:rPr>
              <a:t>🎯 實作驗收：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解壓 Week04_Antigravity_Project.zip ➔ 執行 starter.py ➔ verify.py 驗收通過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065F46"/>
                </a:solidFill>
                <a:latin typeface="微軟正黑體"/>
              </a:rPr>
              <a:t>💡 電腦教室實戰：一人一機下載 Week04_Antigravity_Project.zip，動手做出真正可運行的產出！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證照考點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ERP 專業核心考點解析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考點 1：銷貨發料時產生之分錄（借：銷貨成本，貸：存貨）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考點 2：開立發票 (Billing Document) 為應收帳款認列之依據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考點 3：Order-to-Cash (O2C) 單據完整順序：報價➔訂單➔出貨➔發票➔收款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考點 4：ERP 權限控管原則：出貨人員不可同時具備開立發票權限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關鍵提點：請進入教學平台完成第 4 週隨堂快測，檢測學習成果！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