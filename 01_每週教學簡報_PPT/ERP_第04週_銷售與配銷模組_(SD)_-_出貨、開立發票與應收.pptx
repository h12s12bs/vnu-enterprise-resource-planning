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04 週：第 04 週：銷售與配銷模組 (SD) - 出貨、開立發票與應收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CH07 銷售與收帳管理 (Part 2)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04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授課單元：銷售與配銷模組 (SD) - 出貨、開立發票與應收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章節對應：CH07 銷售與收帳管理 (Part 2)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核心學習目標：理解撿貨出庫過帳對庫存與會計科目的即時影響，掌握 Order-to-Cash 單據勾稽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認證考試核心焦點：出貨過帳 (Goods Issue) 影響、發票開立 (Billing)、銷貨退回與折讓流程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【企業現場】銷售與配銷模組 (SD) - 出貨、開立發票與應收之典型營運困境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企業痛點核心情境：出貨過帳是物流與金流的交會點：庫存立即扣減，系統自動產出應收帳款 (AR) 與銷貨成本傳票。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【流程重構】銷售與配銷模組 (SD) - 出貨、開立發票與應收之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【架構剖析】銷售與配銷模組 (SD) - 出貨、開立發票與應收的核心模組功能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核心功能定位：落實理解撿貨出庫過帳對庫存與會計科目的即時影響，掌握 Order-to-Cash 單據勾稽之核心作業標準化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【運算核心】銷售與配銷模組 (SD) - 出貨、開立發票與應收關鍵演算法原理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運算演算法旨在解決企業在『理解撿貨出庫過帳對庫存與會計科目的即時影響，掌握 Order-to-Cash 單據勾稽』時的決策最佳化問題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賦能】銷售與配銷模組 (SD) - 出貨、開立發票與應收之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04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實作專案主題：04_Week04_SD_出貨扣帳與會計傳票生成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04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04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04 週 04_Week04_SD_出貨扣帳與會計傳票生成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【考點精要】銷售與配銷模組 (SD) - 出貨、開立發票與應收之證照必考重點速記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證照考試核心大綱對應：出貨過帳 (Goods Issue) 影響、發票開立 (Billing)、銷貨退回與折讓流程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精選真題：關於銷售與配銷模組 (SD) - 出貨、開立發票與應收的核心功能與作業原則，下列敘述何者最為正確？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04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核心理念：出貨過帳是物流與金流的交會點：庫存立即扣減，系統自動產出應收帳款 (AR) 與銷貨成本傳票。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任務：銷售配銷 SD - 出貨單 (DN) 扣庫與自動會計分錄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倉庫確認出貨並點選完成交貨後，ERP 必須自動執行兩大動作：1. 扣減物料實體庫存量；2. 自動產生借貸相等的會計傳票 (借：應收帳款，貸：銷貨...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Antigravity 中實作出貨過帳引擎。讀取 delivery_note.json，執行：1. 扣減現有庫存；2. 根據出貨售價與移動平...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accounting_voucher.json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Week04_Antigravity_Project.zip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Week04_Antigravity_Project.zip，動手做出真正可運行的產出！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