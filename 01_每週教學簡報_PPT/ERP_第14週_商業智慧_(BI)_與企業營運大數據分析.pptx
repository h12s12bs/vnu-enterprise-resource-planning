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14 週：第 14 週：商業智慧 (BI) 與企業營運大數據分析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CH08 商業智慧與決策支援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14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授課單元：商業智慧 (BI) 與企業營運大數據分析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章節對應：CH08 商業智慧與決策支援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核心學習目標：掌握資料倉儲 (DW)、ETL 流程、OLAP 多維度分析與動態 KPI 儀表板設計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認證考試核心焦點：ETL (擷取/轉換/載入)、OLAP 切片 (Slice) 與切塊 (Dice)、KPI 儀表板設計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【企業現場】商業智慧 (BI) 與企業營運大數據分析之典型營運困境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企業痛點核心情境：坐擁海量 ERP 資料卻無法做決策？BI 將冰冷資料化為決策儀表板，洞悉毛利動態！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【流程重構】商業智慧 (BI) 與企業營運大數據分析之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【架構剖析】商業智慧 (BI) 與企業營運大數據分析的核心模組功能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核心功能定位：落實掌握資料倉儲 (DW)、ETL 流程、OLAP 多維度分析與動態 KPI 儀表板設計之核心作業標準化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【運算核心】商業智慧 (BI) 與企業營運大數據分析關鍵演算法原理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運算演算法旨在解決企業在『掌握資料倉儲 (DW)、ETL 流程、OLAP 多維度分析與動態 KPI 儀表板設計』時的決策最佳化問題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賦能】商業智慧 (BI) 與企業營運大數據分析之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14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實作專案主題：14_Week14_BI_銷售毛利分析與動態KPI儀表板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14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`sample_data.json`：包含本週模擬業務測試情境資料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關鍵提點：現在請全班開啟終端機或 Antigravity，進入本週專案資料夾！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讀取模擬業務單據陣列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1：在終端機（PowerShell）切換目錄至第 14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3：依投影片指引補齊運算式與邏輯判斷條件（或請 Antigravity 協同編寫）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4：儲存檔案後，在終端機執行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14 週 14_Week14_BI_銷售毛利分析與動態KPI儀表板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【考點精要】商業智慧 (BI) 與企業營運大數據分析之證照必考重點速記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證照考試核心大綱對應：ETL (擷取/轉換/載入)、OLAP 切片 (Slice) 與切塊 (Dice)、KPI 儀表板設計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精選真題：關於商業智慧 (BI) 與企業營運大數據分析的核心功能與作業原則，下列敘述何者最為正確？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14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核心理念：坐擁海量 ERP 資料卻無法做決策？BI 將冰冷資料化為決策儀表板，洞悉毛利動態！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任務：商業智慧 BI - 營運大數據 ETL 與經營層 KPI 產出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總經理每週一早會需要綜觀全公司的經營績效（總營收、毛利率、庫存週轉天數、交期達交率）。本週實作 ETL (Extract-Transform-L...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 BI 資料抽取與指標計算腳本。提取銷售交易與庫存紀錄，轉換並計算：1. 總營收與毛利率；2. 訂單準時達交率...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executive_dashboard_kpis.json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Week14_Antigravity_Project.zip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Week14_Antigravity_Project.zip，動手做出真正可運行的產出！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14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