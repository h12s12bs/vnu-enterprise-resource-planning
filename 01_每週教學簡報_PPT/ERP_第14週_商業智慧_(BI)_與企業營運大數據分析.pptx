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14 週：商業智慧 (BI) 與企業營運大數據分析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資料倉儲 DW ✕ ETL 清洗 ✕ OLAP 多維度切片分析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本週核心學習目標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釐清交易型資料庫 (OLTP) 與分析型資料倉儲 (OLAP) 之差異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掌握 ETL (Extract-Transform-Load，抽取-轉換-載入) 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掌握 OLAP 多維度分析五大操作 (切片、切塊、鑽取、彙總、旋轉)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認識 AI 驅動之商業智慧 (AI-driven BI) 與自然語言決策儀表板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關鍵提點：資料是現代企業的新石油，BI 是提煉高價值汽油的精煉廠！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對比解析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OLTP 交易處理 vs OLAP 分析處理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OLTP (線上交易處理，如 ERP)：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目的：日常交易處理，強調高併發、快速回應、即時 ACID 寫入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資料特性：高度正規化、存放最新即時明細資料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OLAP (線上分析處理，如 資料倉儲 BI)：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目的：支援高階主管策略決策，強調複雜多維度查詢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資料特性：星狀綱要 (Star Schema)、存放大量歷史彙總資料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關鍵提點：不可直接在 ERP 交易庫跑大數據報表，否則會導致產線打單停擺！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核心技術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ETL 流程與 OLAP 五大操作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ETL 流程：抽取 (Extract) ➔ 清洗轉換 (Transform) ➔ 載入倉儲 (Load)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OLAP 多維度分析五大神技：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1. 切片 (Slice)：固定某一維度觀察（如只看 2026 年）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2. 切塊 (Dice)：設定多個維度範圍（如北部地區 ✕ 登山車）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3. 向下鑽取 (Drill-Down)：由年度細看至月份、每日明細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4. 向上彙總 (Roll-Up)：由門市向上加總至全國總額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5. 樞紐旋轉 (Pivot)：行列維度對調，變換報表觀察角度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關鍵提點：OLAP 五大操作為 ERP 專業證照與期末測驗必考核心考點！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前瞻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AI 時代的商業智慧：AI-driven 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過去痛點：主管想看特殊交叉分析，需向資訊部提需求等待兩週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現代突破：主管直接以自然語言詢問 AI：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『上個月哪一款產品在桃園廠毛利率下滑最多？原因為何？』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自動生成 SQL 查詢資料倉儲，秒產視覺化圖表與歸因分析！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實現真正『人人都擁有專屬營運數據分析師』的智慧決策！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關鍵提點：AI 賦能 ERP 單元高度關注生成式決策支援！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任務：商業智慧 BI - 營運大數據 ETL 與經營層 KPI 產出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總經理每週一早會需要綜觀全公司的經營績效（總營收、毛利率、庫存週轉天數、交期達交率）。本週實作 ETL (Extract-Transform-L...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實作 BI 資料抽取與指標計算腳本。提取銷售交易與庫存紀錄，轉換並計算：1. 總營收與毛利率；2. 訂單準時達交率...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executive_dashboard_kpis.json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Week14_Antigravity_Project.zip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Week14_Antigravity_Project.zip，動手做出真正可運行的產出！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專業核心考點解析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1：OLTP 處理日常交易，OLAP 支援管理決策分析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2：ETL 為資料倉儲建置中最耗時但最重要的資料清洗階段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3：OLAP 切片 (Slice) 與切塊 (Dice) 的精確定義辨析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4：KPI (關鍵績效指標) 儀表板提供高階主管即時營運總覽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關鍵提點：請進入教學平台完成第 14 週隨堂快測！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