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18 週：期末成果驗收 ／ 企業資源規劃專業證照檢定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專題成果講評 ✕ 學期總結 ✕ 智慧商管未來職涯發展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學期總結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18 週學習成果總結：我們掌握的三大核心實力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企業端到端流程整合力：透徹掌握 O2C, P2P, PP, FI 各模組運作與勾稽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Agentic AI 流程規劃前瞻力：學會設計智慧代理人、ReAct 框架與人機協同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專業證照實戰通過力：熟練 200+ 題庫與實作題，取得專業認證並享加分！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關鍵提點：萬能科大企管系培育兼具「流程思維」與「數位前瞻力」之頂尖人才！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專題展演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輔助企業流程專題提案評析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各組同學展現優秀的企業痛點洞察與 Agentic AI 解決方案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O2C 智慧訂單組：成功解決業務手動打單痛點，交期準確率大幅躍升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P2P 智慧核帳組：嚴謹落實三向比對內控，零接觸防堵幽靈發票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 預測補貨組：精準推導淨需求，有效消除工廠缺料危機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CRM 售後客服組：結合 RAG 與保固規章，打造尊榮秒級退換貨體驗！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關鍵提點：專題成果可直接放入個人求職作品集 (Portfolio) 中！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職涯發展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智慧商管與 ERP 人才未來職場發展藍圖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ERP 系統導入顧問 (ERP Consultant)：鼎新、SAP、Oracle 原廠與管顧業高薪搶手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企業商業流程分析師 (Business Process Analyst, BPA)：引領企業數位轉型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供應鏈與排程規劃師 (Supply Chain / Material Planner)：高科技製造業核心支柱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企業 AI Agent 流程架構師：銜接業務與 AI 技術的新興高薪職缺！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關鍵提點：具備跨領域『業務流程 ✕ AI 應用』的人才，職場身價無可取代！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任務：期末成果發表 - 企業 AI-ERP 整合專案成果發布與驗收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整合全學期 18 週所學之 ERP 核心模組與 Agentic AI 技術，各組學生使用 Antigravity 打包完成包含流程圖、ReAct...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整理你的期末專題。將組別、選定之企業流程痛點、所設計之 Agentic AI 工作流架構、驗證數據與預期效益指標，...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final_project_report.md 與 submission_status.json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Week18_Antigravity_Project.zip，動手做出真正可運行的產出！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老師寄語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邱俊維 博士 課堂寄語與結語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科技會不斷迭代，但『以顧客價值為核心的端到端流程思維』永不過時！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學會與 AI 代理人協同合作，讓 AI 幫你做繁瑣例行工作，由你掌控關鍵決策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保持對新科技的好奇心，大膽嘗試、動手驗證，勇敢迎向智慧商業時代！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感謝進企四系4甲全體同學一學期的認真投入與精彩互動！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關鍵提點：祝各位同學校園證照檢定順利通過！未來展翅高飛、前程似錦！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