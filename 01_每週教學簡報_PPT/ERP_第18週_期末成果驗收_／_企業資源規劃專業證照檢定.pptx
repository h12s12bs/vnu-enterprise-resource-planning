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18 週：第 18 週：期末成果驗收 ／ 企業資源規劃專業證照檢定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期末成果總驗收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18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授課單元：期末成果驗收 ／ 企業資源規劃專業證照檢定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章節對應：期末成果總驗收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核心學習目標：期末 ERP 專案成果發表展示，企業 Agentic AI 流程整合總驗收與專業證照檢定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認證考試核心焦點：期末專題提案發表、專業證照檢定合格驗收、學習歷程檔案歸檔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【企業現場】期末成果驗收 ／ 企業資源規劃專業證照檢定之典型營運困境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企業痛點核心情境：展示整學期在電腦教室動手做的豐富成果，取得認證，為個人履歷增添強大職場競爭力！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【流程重構】期末成果驗收 ／ 企業資源規劃專業證照檢定之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【架構剖析】期末成果驗收 ／ 企業資源規劃專業證照檢定的核心模組功能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核心功能定位：落實期末 ERP 專案成果發表展示，企業 Agentic AI 流程整合總驗收與專業證照檢定之核心作業標準化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【運算核心】期末成果驗收 ／ 企業資源規劃專業證照檢定關鍵演算法原理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運算演算法旨在解決企業在『期末 ERP 專案成果發表展示，企業 Agentic AI 流程整合總驗收與專業證照檢定』時的決策最佳化問題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賦能】期末成果驗收 ／ 企業資源規劃專業證照檢定之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18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實作專案主題：18_Week18_期末專案成果驗收簡報與自評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18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18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18 週 18_Week18_期末專案成果驗收簡報與自評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【考點精要】期末成果驗收 ／ 企業資源規劃專業證照檢定之證照必考重點速記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證照考試核心大綱對應：期末專題提案發表、專業證照檢定合格驗收、學習歷程檔案歸檔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精選真題：關於期末成果驗收 ／ 企業資源規劃專業證照檢定的核心功能與作業原則，下列敘述何者最為正確？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18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核心理念：展示整學期在電腦教室動手做的豐富成果，取得認證，為個人履歷增添強大職場競爭力！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任務：期末成果發表 - 企業 AI-ERP 整合專案成果發布與驗收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整合全學期 18 週所學之 ERP 核心模組與 Agentic AI 技術，各組學生使用 Antigravity 打包完成包含流程圖、ReAct...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整理你的期末專題。將組別、選定之企業流程痛點、所設計之 Agentic AI 工作流架構、驗證數據與預期效益指標，...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final_project_report.md 與 submission_status.json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Week18_Antigravity_Project.zip，動手做出真正可運行的產出！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