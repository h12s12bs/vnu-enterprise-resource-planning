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17 週：第 17 週：ERP 專業考前總衝刺與全真模擬測驗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CERPS 證照全真模擬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17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授課單元：ERP 專業考前總衝刺與全真模擬測驗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章節對應：CERPS 證照全真模擬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核心學習目標：梳理全模組跨領域綜合勾稽考點，排查常考易錯盲點，進行全真模擬考衝刺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認證考試核心焦點：全真模擬測驗 100 題高頻考點解析、考場應試作答技巧與陷阱題辨識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【企業現場】ERP 專業考前總衝刺與全真模擬測驗之典型營運困境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企業痛點核心情境：臨門一腳，直取證照！盤點全真模擬考錯題，掌握高頻考點精解，自信應考！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【流程重構】ERP 專業考前總衝刺與全真模擬測驗之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【架構剖析】ERP 專業考前總衝刺與全真模擬測驗的核心模組功能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核心功能定位：落實梳理全模組跨領域綜合勾稽考點，排查常考易錯盲點，進行全真模擬考衝刺之核心作業標準化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【運算核心】ERP 專業考前總衝刺與全真模擬測驗關鍵演算法原理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運算演算法旨在解決企業在『梳理全模組跨領域綜合勾稽考點，排查常考易錯盲點，進行全真模擬考衝刺』時的決策最佳化問題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賦能】ERP 專業考前總衝刺與全真模擬測驗之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17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實作專案主題：17_Week17_ERP檢定考前總衝刺模擬診斷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17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`sample_data.json`：包含本週真實業務測試情境資料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 VS Code，打開本週專案資料夾！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讀取真實業務單據陣列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 VS Code 終端機切換目錄至第 17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 (Ctrl + S)，在終端機執行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17 週 17_Week17_ERP檢定考前總衝刺模擬診斷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【考點精要】ERP 專業考前總衝刺與全真模擬測驗之證照必考重點速記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證照考試核心大綱對應：全真模擬測驗 100 題高頻考點解析、考場應試作答技巧與陷阱題辨識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精選真題：關於ERP 專業考前總衝刺與全真模擬測驗的核心功能與作業原則，下列敘述何者最為正確？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17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核心理念：臨門一腳，直取證照！盤點全真模擬考錯題，掌握高頻考點精解，自信應考！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任務：Agentic AI 實戰 - 企業內控異常交易合規自動審計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企業舞弊多半隱藏在深夜改價、拆單規避主管簽核或越權放行中。本週讓學生使用 Antigravity 實作主動式 Audit Agent，自動掃描 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建立合規監控 Agent。分析 erp_audit_logs.json，檢查三項違規特徵：1. 拆單規避主管簽核（...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compliance_audit_alert.json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Week17_Antigravity_Project.zip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Week17_Antigravity_Project.zip，動手做出真正可運行的產出！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17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