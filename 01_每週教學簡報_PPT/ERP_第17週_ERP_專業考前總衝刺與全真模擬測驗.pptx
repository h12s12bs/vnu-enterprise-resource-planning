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17 週：ERP 專業考前總衝刺與全真模擬測驗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15 章考點精華速記 ✕ 100 題全真模擬考 ✕ 及格加分衝刺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衝刺目標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本週考前衝刺目標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全冊 15 章 ＋ AI-ERP 前瞻單元核心觀念快速總盤點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破除出題慣性陷阱與易混淆名詞（ATP, BOM, MRP, 三向比對）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於電腦教室實施【期末全真考照衝刺 100 題 (100分鐘)】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鎖定 70 分及格門檻，解鎖模擬合格證書，準備正式考照領取特別加分！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關鍵提點：學期總成績特別加分！請全班同學全力以赴！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重點速記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全冊 15 章實務核心觀念終極盤點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CH01~02：ERP 定義、四階段演進、BPR 以顧客價值為核心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CH07 (SD)：ATP 可承諾量公式、出貨分錄（借：銷貨成本，貸：存貨）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CH09 (MM)：請購 vs 採購分權、三向比對 (PO ✕ GR ✕ Invoice) 稽核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CH08 (PP)：三大生產型態 (MTS/MTO/ATO)、BOM 表、MRP 淨需求推導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CH12~13 (FI/CO)：FI 對外遵行 GAAP，CO 對內成本分攤與利潤中心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CH06/12 (SCM)：長鞭效應四大成因、VMI 供應商管理庫存協同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CH13 (AI)：四層架構、ReAct 推理、AI 採購/客服代理人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關鍵提點：考前熟讀此張投影片，即可掌握 ERP 專業 85% 以上核心觀念！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期末模考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100 題全真模擬檢定考實施說明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請同學開啟平台【ERP 實務題庫測驗中心 ➔ 期末全真衝刺 (100題)】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測驗時間：100 分鐘 ｜ 及格門檻：70 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答題時注意控制節奏，平均每題 45 秒，遇難題先做記號先跳過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全真模擬學會檢定倒數計時環境，提前適應真實考試壓力！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交卷後系統立即進行落點分析，考取 70 分以上解鎖【專業模擬檢定合格證明】！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關鍵提點：做錯的題目請善用【錯題筆記本】進行考前專注重練！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實戰 - 企業內控異常交易合規自動審計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企業舞弊多半隱藏在深夜改價、拆單規避主管簽核或越權放行中。本週讓學生使用 Antigravity 實作主動式 Audit Agent，自動掃描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建立合規監控 Agent。分析 erp_audit_logs.json，檢查三項違規特徵：1. 拆單規避主管簽核（...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compliance_audit_alert.json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Week17_Antigravity_Project.zip，動手做出真正可運行的產出！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考照加分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★ 考照特別加分最後提醒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凡於修課期間考取 AI 賦能 ERP 或相關專業證照者：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👉 請將證照影本或合格成績單上傳或繳交給老師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👉 直接計入學期總成績特別加分！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取得專業證照，為未來實習、就業、履歷加分爭取最大優勢！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關鍵提點：邱老師預祝全班同學考照順利，全員高分通過！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