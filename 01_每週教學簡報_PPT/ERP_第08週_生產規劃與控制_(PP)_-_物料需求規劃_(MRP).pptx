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08 週：生產規劃與控制 (PP) - 物料需求規劃 (MRP)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MRP 三大輸入 ✕ 淨需求推導公式 ✕ 九宮格實作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本週核心學習目標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精熟 MRP (物料需求規劃) 三大核心輸入主檔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掌握淨需求 (Net Requirements) 計算核心公式與邏輯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理解前置時間 (Lead Time) 倒排與計畫發出訂單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實機操作平台【九宮格 MRP 淨需求推導運算沙盒】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關鍵提點：MRP 運算題為期中考與 ERP 檢定必考大題！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三大輸入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MRP 運算的三大核心輸入主檔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主生產排程 (MPS)：告訴系統『何時要生產多少最終成品？』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物料清單 (BOM)：告訴系統『做一個成品需要哪些零件與數量？』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庫存狀態檔 (Inventory File)：告訴系統『現有多少庫存？在途採購有多少？安全存量是多少？』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缺一不可！三大檔案結合，MRP 即可展開所有相依需求！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檢定必考選擇題：下列何者非 MRP 三大輸入？答案常為員工考勤檔！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核心公式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MRP 淨需求推導公式大解密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淨需求 ＝ 毛需求 － 現有可用庫存 － 預計在途到貨 ＋ 安全存量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若淨需求 &gt; 0：代表庫存不足，必須排產或向廠商採購！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計畫發出訂單 (Release Date) ＝ 需求日 － 前置時間 (Lead Time)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例如：第 2 週需要 70 件，前置時間為 1 週，則必須在『第 1 週提前發出工令』！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關鍵提點：提前發出工令是保證生產線準時開工的關鍵！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電腦實作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上機實作：九宮格 MRP 淨需求運算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一人一機實作：下載 Week 08 Antigravity 專案包，執行 MRP 淨需求展開並產出 mrp_schedule_output.json！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1：檢視輪組總成 (WHEEL-02) 第 1 週至第 4 週毛需求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2：自行填寫預期可用庫存與淨需求欄位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3：點選【🤖 AI 自動推導解答】，對照推算公式與答案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4：理解批量法則 (L4L 實需批量 vs 固定批量 FOQ)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關鍵提點：完成實作即可解鎖平台【MRP 運算專家】榮譽勳章！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任務：生產規劃 PP - 九宮格 MRP 淨需求推導與排程引擎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工廠如果太早進料會造成資金積壓爆倉，太晚進料則會造成斷料停工。本週學生需實作標準 MRP 九宮格推導演算法，根據前置時間 (Lead Time)...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 MRP 九宮格推導引擎。讀取主生產排程 (MPS)、現有庫存與採購前置天數。計算每期的總需求、預計入庫、淨需...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mrp_schedule_output.json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Week08_Antigravity_Project.zip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Week08_Antigravity_Project.zip，動手做出真正可運行的產出！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專業核心考點解析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1：獨立需求 (Independent Demand) 指成車，相依需求指零件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2：MRP 淨需求推導公式各參數的正負符號關係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3：安全存量 (Safety Stock) 之目的在因應交期延誤與需求波動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4：批量法則 (Lot Sizing) 如 L4L 逐批訂購法最符合精實生產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關鍵提點：下週為期中模擬檢定，請同學本週務必完成隨堂快測複習！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