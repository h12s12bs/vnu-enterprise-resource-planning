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08 週：第 08 週：生產規劃與控制 (PP) - 物料需求規劃 (MRP)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CH05 生產與作業管理 (Part 2)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08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授課單元：生產規劃與控制 (PP) - 物料需求規劃 (MRP)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章節對應：CH05 生產與作業管理 (Part 2)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 MRP 運算邏輯（毛需求 ➔ 淨需求 ➔ 規劃訂單發出），體驗時間相位與批量法則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認證考試核心焦點：毛需求 (Gross) 與淨需求 (Net) 運算、批量法則 (L4L、EOQ)、前置時間逆推排程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【企業現場】生產規劃與控制 (PP) - 物料需求規劃 (MRP)之典型營運困境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企業痛點核心情境：MRP 核心解答三大問題：『需要什麼物料？需要多少數量？何時必須到料？』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【流程重構】生產規劃與控制 (PP) - 物料需求規劃 (MRP)之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【架構剖析】生產規劃與控制 (PP) - 物料需求規劃 (MRP)的核心模組功能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 MRP 運算邏輯（毛需求 ➔ 淨需求 ➔ 規劃訂單發出），體驗時間相位與批量法則之核心作業標準化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【運算核心】生產規劃與控制 (PP) - 物料需求規劃 (MRP)關鍵演算法原理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 MRP 運算邏輯（毛需求 ➔ 淨需求 ➔ 規劃訂單發出），體驗時間相位與批量法則』時的決策最佳化問題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賦能】生產規劃與控制 (PP) - 物料需求規劃 (MRP)之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08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實作專案主題：08_Week08_PP_物料需求規劃MRP運算引擎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08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08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08 週 08_Week08_PP_物料需求規劃MRP運算引擎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【考點精要】生產規劃與控制 (PP) - 物料需求規劃 (MRP)之證照必考重點速記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證照考試核心大綱對應：毛需求 (Gross) 與淨需求 (Net) 運算、批量法則 (L4L、EOQ)、前置時間逆推排程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精選真題：關於生產規劃與控制 (PP) - 物料需求規劃 (MRP)的核心功能與作業原則，下列敘述何者最為正確？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08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核心理念：MRP 核心解答三大問題：『需要什麼物料？需要多少數量？何時必須到料？』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任務：生產規劃 PP - 九宮格 MRP 淨需求推導與排程引擎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工廠如果太早進料會造成資金積壓爆倉，太晚進料則會造成斷料停工。本週學生需實作標準 MRP 九宮格推導演算法，根據前置時間 (Lead Time)...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 MRP 九宮格推導引擎。讀取主生產排程 (MPS)、現有庫存與採購前置天數。計算每期的總需求、預計入庫、淨需...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mrp_schedule_output.json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Week08_Antigravity_Project.zip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Week08_Antigravity_Project.zip，動手做出真正可運行的產出！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