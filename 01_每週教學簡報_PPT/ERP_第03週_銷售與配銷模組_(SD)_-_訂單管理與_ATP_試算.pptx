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03 週：第 03 週：銷售與配銷模組 (SD) - 訂單管理與 ATP 試算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訂單管理與 ATP 試算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核心學習目標：掌握客戶主檔、報價轉訂單機制，深入實作 ATP (Available-to-Promise) 可承諾量計算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認證考試核心焦點：報價單轉訂單流程、ATP 檢核機制、客戶主檔欄位（信用額度、送貨條件、定價群組）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訂單管理與 ATP 試算之典型營運困境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企業痛點核心情境：客戶詢問『我下週要 100 件，能準時交貨嗎？』業務不能憑感覺答應，必須靠系統 ATP 精確計算！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訂單管理與 ATP 試算之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訂單管理與 ATP 試算的核心模組功能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核心功能定位：落實掌握客戶主檔、報價轉訂單機制，深入實作 ATP (Available-to-Promise) 可承諾量計算之核心作業標準化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訂單管理與 ATP 試算關鍵演算法原理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運算演算法旨在解決企業在『掌握客戶主檔、報價轉訂單機制，深入實作 ATP (Available-to-Promise) 可承諾量計算』時的決策最佳化問題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訂單管理與 ATP 試算之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實作專案主題：03_Week03_SD_ATP即時試算Agent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03 週 03_Week03_SD_ATP即時試算Agent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訂單管理與 ATP 試算之證照必考重點速記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證照考試核心大綱對應：報價單轉訂單流程、ATP 檢核機制、客戶主檔欄位（信用額度、送貨條件、定價群組）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訂單管理與 ATP 試算的核心功能與作業原則，下列敘述何者最為正確？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核心理念：客戶詢問『我下週要 100 件，能準時交貨嗎？』業務不能憑感覺答應，必須靠系統 ATP 精確計算！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ATP (可承諾量) 即時推導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重要客戶致電欲緊急採購 120 台登山車，業務員必須在 3 秒內精確計算現有庫存與排程預計入庫量，回覆能立即交貨的數量與剩餘欠交之承諾交期。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撰寫一個 ATP (Available To Promise) 即時試算腳本。讀取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atp_result.json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