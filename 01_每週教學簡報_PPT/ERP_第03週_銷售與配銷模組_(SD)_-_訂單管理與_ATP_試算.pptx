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03 週：銷售與配銷模組 (SD) - 訂單管理與 ATP 試算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客戶主檔設定 ✕ ATP 即時可承諾量計算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掌握客戶主檔 (Customer Master) 與商業定價條件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理解報價單 (Quotation) 轉正式銷售訂單 (SO) 之機制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精熟 ATP (Available-to-Promise，可承諾量) 公式與計算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實機操作平台【ATP 即時試算沙盒】並體驗急單調度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關鍵提點：ATP 試算是證照檢定與企業營運必考實務運算！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課堂破冰痛點：急單來了，業務能不能接？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VIP 客戶致電：『我下週五要 100 件，能準時交貨嗎？』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業務只看倉庫庫存就滿口答應，殊不知早已被別的訂單預約！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結果造成嚴重超賣、違約罰款與客訴客戶流失！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解法：必須透過 ERP 即時執行 ATP (可承諾量) 檢核！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關鍵提點：沒有系統 ATP 檢核，業務就像盲人摸象！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核心公式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ATP (可承諾量) 計算公式大解析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可用庫存 ＝ 現有庫存 － 安全存量底線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總可承諾量 (ATP) ＝ 現有庫存 ＋ 預計到貨 － 已承諾訂單 － 安全存量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唯有計算出 ATP &gt; 客戶需求量，業務才能給予 100% 交期承諾！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 ATP 不足：系統自動觸發分批交貨或向生管/採購預警！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關鍵提點：請記住：安全存量是最後一道防線，不可輕易動用！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電腦實作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上機實作：ATP 互動模擬沙盒演練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一人一機實作：下載 Week 03 Antigravity 專案包，執行 calculate_atp() 並驗收！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1：調整庫存 100、在途到貨 50、已承諾 40、安全存量 20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2：輸入客戶急單需求 70 台，觀察 ATP 運算結果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3：體驗接單燈號判定 (🟢 充足放行 / 🟡 分批 / 🔴 缺貨)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4：檢視 Sales Order Agent 給出的調度建議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關鍵提點：完成實作操作即可解鎖平台【ATP 調度大師】成就勳章！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ATP (可承諾量) 即時推導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重要客戶致電欲緊急採購 120 台登山車，業務員必須在 3 秒內精確計算現有庫存與排程預計入庫量，回覆能立即交貨的數量與剩餘欠交之承諾交期。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撰寫一個 ATP (Available To Promise) 即時試算腳本。讀取 sample_data.jso...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atp_result.json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Week03_Antigravity_Project.zip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Week03_Antigravity_Project.zip，動手做出真正可運行的產出！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03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1：ATP (Available-to-Promise) 的完整定義與公式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2：客戶主檔欄位包含：信用額度、定價群組、送貨條款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3：報價單轉銷售訂單可繼承原單據資料，避免人為重複鍵入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4：當客戶訂單金額超過信用額度上限時，系統會自動阻擋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關鍵提點：考取相關證照享學期總成績加分！請完成隨堂 5 題快測！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