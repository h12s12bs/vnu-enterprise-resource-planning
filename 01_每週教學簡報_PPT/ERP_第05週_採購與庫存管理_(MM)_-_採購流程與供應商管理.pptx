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05 週：第 05 週：採購與庫存管理 (MM) - 採購流程與供應商管理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CH06 採購與付款管理 (Part 1)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05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授課單元：採購與庫存管理 (MM) - 採購流程與供應商管理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章節對應：CH06 採購與付款管理 (Part 1)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核心學習目標：掌握供應商評選主檔、請購轉採購訂單機制與再訂購點 (ROP) 庫存控制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認證考試核心焦點：請購單 (PR) 與採購單 (PO) 差異、供應商主檔與評等、安全存量與採購前置期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【企業現場】採購與庫存管理 (MM) - 採購流程與供應商管理之典型營運困境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企業痛點核心情境：採購不是缺料才買，而是依安全存量與前置時間 (Lead Time) 自動發動請購，避免產線斷料停工。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【流程重構】採購與庫存管理 (MM) - 採購流程與供應商管理之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【架構剖析】採購與庫存管理 (MM) - 採購流程與供應商管理的核心模組功能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核心功能定位：落實掌握供應商評選主檔、請購轉採購訂單機制與再訂購點 (ROP) 庫存控制之核心作業標準化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【運算核心】採購與庫存管理 (MM) - 採購流程與供應商管理關鍵演算法原理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運算演算法旨在解決企業在『掌握供應商評選主檔、請購轉採購訂單機制與再訂購點 (ROP) 庫存控制』時的決策最佳化問題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賦能】採購與庫存管理 (MM) - 採購流程與供應商管理之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05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實作專案主題：05_Week05_MM_庫存水位監控與自動請購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05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05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05 週 05_Week05_MM_庫存水位監控與自動請購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【考點精要】採購與庫存管理 (MM) - 採購流程與供應商管理之證照必考重點速記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證照考試核心大綱對應：請購單 (PR) 與採購單 (PO) 差異、供應商主檔與評等、安全存量與採購前置期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精選真題：關於採購與庫存管理 (MM) - 採購流程與供應商管理的核心功能與作業原則，下列敘述何者最為正確？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05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核心理念：採購不是缺料才買，而是依安全存量與前置時間 (Lead Time) 自動發動請購，避免產線斷料停工。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任務：採購與庫存 MM - 再訂購點 (ROP) 監控與 PR 生成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製造業最怕突發性停工待料。本週讓學生使用 Antigravity 監控倉儲 10 項關鍵物料，依據交期天數、日消耗率與安全存量計算 ROP，一旦...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撰寫庫存自動監控與請購引擎。公式：ROP = (日平均耗用量 * 採購前置天數) + 安全存量。當現有庫存 &lt;= 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generated_pr_orders.json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Week05_Antigravity_Project.zip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Week05_Antigravity_Project.zip，動手做出真正可運行的產出！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