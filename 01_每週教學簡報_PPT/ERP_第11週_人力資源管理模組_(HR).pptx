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11 週：人力資源管理模組 (HR)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組織主檔 ✕ 差勤考勤 ✕ 薪資結算與總帳串接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本週核心學習目標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掌握人力資源主檔架構 (職稱、職等、薪資結構、班表)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理解差勤打卡、請假、加班與薪資計算之系統勾稽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掌握薪資批次結算後對財務會計總帳之自動分錄拋轉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探索 HR Agent 在員工規章問答與出勤異常預警之實務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關鍵提點：人力資本是企業核心資源，HR 模組確保合法合規與激勵！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痛點破冰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課堂痛點破冰：每月發薪水，人資為什麼總是加班？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五百人公司的薪資計算，為什麼每到月底人資焦頭爛額？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1. 員工請假單、加班單散落在紙本與通訊軟體中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2. 健保投保級距調整、勞保費扣繳、二代健保計算複雜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3. 算完薪水還要手動把應付薪資與費用一筆筆鍵入會計系統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HR 模組的價值：將考勤打卡、薪資計算與會計總帳完全串連！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關鍵提點：系統串聯後，千人企業薪資結算只需一鍵批次完成！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業務流程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HR 薪資結算與財務會計連動流程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1：刷卡鐘資料自動匯入 ERP 差勤系統，比對班表與排班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2：系統自動核算加班費、事病假扣款與特休未休工資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3：依最新法定級距自動代扣勞保、健保與所得稅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4：產出薪資清冊並自動拋轉會計分錄：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       【借：薪資費用 ｜ 貸：應付薪資、代收款項】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5：一鍵產生銀行薪轉電匯媒體檔 (Media Exchange)！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關鍵提點：全程資料緊密勾稽，符合勞基法與稅法稽核規範！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AI 賦能人資：HR 智慧夥伴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員工規章問答 Agent：利用 RAG 檢索員工手冊，解答年假天數與福利規章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勞基法工時預警 Agent：當員工連續加班接近上限，自動向主管發出預警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智慧班表最佳化：依據門市歷史客流預測，自動產出最省人力之排班表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讓 HR 擺脫瑣碎行政問答，聚焦於人才發展與組織變革！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關鍵提點：人機協同提升員工滿意度，打造數位化幸福職場！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任務：人力資源 HR - 考勤打卡分析與實發薪資自動清算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企業每月需核算全體同仁之出缺勤打卡紀錄，計算平日加班、休假日加班與遲到曠職扣款，並扣除勞保、健保與所得稅代扣額，產出薪資發放清冊。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實作 HR 薪資結算腳本。讀取員工打卡記錄與底薪設定，計算：1. 加班費 (時薪 * 1.34 / 1.67)；2...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payroll_summary.json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Week11_Antigravity_Project.zip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Week11_Antigravity_Project.zip，動手做出真正可運行的產出！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11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專業核心考點解析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1：HR 模組組織主檔為矩陣或樹狀層級架構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2：薪資結算會自動產生會計傳票拋轉至財務總帳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3：班表設定與打卡時間連動，為計算加班費之基礎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 4：員工主檔為機敏個資，必須落實角色存取權限 (RBAC) 控管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關鍵提點：請進入平台完成第 11 週隨堂快測！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