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11 週：第 11 週：人力資源管理模組 (HR)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CH10 人力資源管理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11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授課單元：人力資源管理模組 (HR)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章節對應：CH10 人力資源管理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核心學習目標：掌握組織架構管理、職位職等體系、差勤打卡與薪資自動核算邏輯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認證考試核心焦點：組織職位主檔、差勤打卡與假勤規則、薪資結構 (底薪/津貼/加班/扣項) 與自動核算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【企業現場】人力資源管理模組 (HR)之典型營運困境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企業痛點核心情境：員工是企業最重要的無形資產：從出勤刷卡到勞健保扣繳、績效考核與薪資發放一體化運作。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【流程重構】人力資源管理模組 (HR)之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【架構剖析】人力資源管理模組 (HR)的核心模組功能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核心功能定位：落實掌握組織架構管理、職位職等體系、差勤打卡與薪資自動核算邏輯之核心作業標準化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【運算核心】人力資源管理模組 (HR)關鍵演算法原理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運算演算法旨在解決企業在『掌握組織架構管理、職位職等體系、差勤打卡與薪資自動核算邏輯』時的決策最佳化問題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賦能】人力資源管理模組 (HR)之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11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實作專案主題：11_Week11_HR_出勤差勤打卡與加班費自動核算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11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`sample_data.json`：包含本週模擬業務測試情境資料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關鍵提點：現在請全班開啟終端機或 Antigravity，進入本週專案資料夾！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讀取模擬業務單據陣列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1：在終端機（PowerShell）切換目錄至第 11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3：依投影片指引補齊運算式與邏輯判斷條件（或請 Antigravity 協同編寫）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4：儲存檔案後，在終端機執行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11 週 11_Week11_HR_出勤差勤打卡與加班費自動核算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關鍵提點：每週提交養成好習慣，期末專案考評輕鬆水到渠成！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【考點精要】人力資源管理模組 (HR)之證照必考重點速記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證照考試核心大綱對應：組織職位主檔、差勤打卡與假勤規則、薪資結構 (底薪/津貼/加班/扣項) 與自動核算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精選真題：關於人力資源管理模組 (HR)的核心功能與作業原則，下列敘述何者最為正確？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11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核心理念：員工是企業最重要的無形資產：從出勤刷卡到勞健保扣繳、績效考核與薪資發放一體化運作。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任務：人力資源 HR - 考勤打卡分析與實發薪資自動清算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企業每月需核算全體同仁之出缺勤打卡紀錄，計算平日加班、休假日加班與遲到曠職扣款，並扣除勞保、健保與所得稅代扣額，產出薪資發放清冊。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實作 HR 薪資結算腳本。讀取員工打卡記錄與底薪設定，計算：1. 加班費 (時薪 * 1.34 / 1.67)；2...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payroll_summary.json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Week11_Antigravity_Project.zip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Week11_Antigravity_Project.zip，動手做出真正可運行的產出！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11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