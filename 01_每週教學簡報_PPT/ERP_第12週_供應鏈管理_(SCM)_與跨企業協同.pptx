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12 週：第 12 週：供應鏈管理 (SCM) 與跨企業協同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CH11 供應鏈管理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12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授課單元：供應鏈管理 (SCM) 與跨企業協同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章節對應：CH11 供應鏈管理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核心學習目標：掌握供應鏈長鞭效應 (Bullwhip Effect) 成因，體會供應商管理庫存 (VMI) 協同運作機制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認證考試核心焦點：長鞭效應四成因 (需求預測/批量/價格波動/配給配額)、VMI 運作模式、EDI 跨企業交換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【企業現場】供應鏈管理 (SCM) 與跨企業協同之典型營運困境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企業痛點核心情境：下游需求微小波動，往上游放大傳遞形成劇烈庫存震盪，稱為『長鞭效應』；透過資訊透明化方能撫平波瀾。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【流程重構】供應鏈管理 (SCM) 與跨企業協同之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【架構剖析】供應鏈管理 (SCM) 與跨企業協同的核心模組功能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核心功能定位：落實掌握供應鏈長鞭效應 (Bullwhip Effect) 成因，體會供應商管理庫存 (VMI) 協同運作機制之核心作業標準化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【運算核心】供應鏈管理 (SCM) 與跨企業協同關鍵演算法原理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運算演算法旨在解決企業在『掌握供應鏈長鞭效應 (Bullwhip Effect) 成因，體會供應商管理庫存 (VMI) 協同運作機制』時的決策最佳化問題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【Agentic AI 賦能】供應鏈管理 (SCM) 與跨企業協同之 AI 協同設計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在傳統 ERP 基礎上，我們如何透過 Agentic AI 實現自主智慧化？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AI Agent 扮演跨系統的『數位營運專員』，隨時傾聽外部事件觸發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ReAct 架構思維鏈：Thought (推論) ➔ Action (調用 ERP 工具) ➔ Observation (觀察回饋)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自動讀取 Email 與 PDF 單據，提取關鍵欄位自動呼叫本模組 API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若信心指數 &gt; 95% 且金額在授權額度內，Agent 自動放行，大幅釋放人力！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關鍵提點：將 AI 從只會聊天的玩具，轉化為真正能呼叫 API 操作系統的企業工具！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提示詞工程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專屬 System Prompt 提示詞與安全邊界 (Guardrails) 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角色設定：『你是一位嚴格把關 ERP 內控合規的專屬審核 AI Agent...』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強制輸出格式：一律要求以 JSON 格式回應，確保程式能直接解析呼叫後端 API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安全護欄 (Guardrails)：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絕對不可自行捏造不存在於主檔中的客戶編號或物料編號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只要單筆金額超過 NT$ 100,000，輸出必須將 `require_human_approval` 設為 true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嚴防 Prompt Injection 惡意提示詞攻擊，保障企業資料庫安全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關鍵提點：精準的提示詞與明確的護欄，是打造企業級 AI Agent 的不二法門。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專案實作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【Antigravity 專案】第 12 週實作任務目標與檔案導覽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實作專案主題：12_Week12_SCM_長鞭效應模擬與VMI安全庫存試算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專案目錄位置：`02_每週Antigravity實作專案/` 對應第 12 週資料夾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1 `sample_data.json`：包含本週模擬業務測試情境資料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2 `starter.py`：待完成之核心業務邏輯骨架程式碼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3 `verify.py`：自動化單元測試與評分檢驗腳本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本週任務：補充並完善 `starter.py` 中的關鍵函式，使測試全數通過！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關鍵提點：現在請全班開啟終端機或 Antigravity，進入本週專案資料夾！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代碼導讀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實作核心函式與資料結構逐行導讀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載入資料：透過 `json.load()` 讀取模擬業務單據陣列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資料走訪與比對：使用迴圈遍歷每筆項目，核對關鍵鍵值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商業規則運算：依據本週核心演算法公式計算目標數值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異常回傳格式：若發現資料不一致，將錯誤紀錄存入 `error_log` 列表回傳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程式碼風格保持乾淨、命名清晰，並附有詳細繁體中文註解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關鍵提點：寫程式不用怕，跟著骨架一步步補上商業邏輯即可！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實作步驟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【實作步驟指引】在終端機中執行與修改流程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1：在終端機（PowerShell）切換目錄至第 12 週資料夾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2：開啟 `starter.py`，找到標註 `# TODO: 請在此處實作業務邏輯` 之區塊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3：依投影片指引補齊運算式與邏輯判斷條件（或請 Antigravity 協同編寫）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4：儲存檔案後，在終端機執行 `python starter.py` 查看輸出結果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5：執行 `python verify.py` 進行自我驗收，看到 PASSED 綠字代表滿分過關！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關鍵提點：若遇到錯誤，終端機會清楚指出哪一個測試案例未通過，回頭檢查邏輯！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常見報錯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本週實作常見語法錯誤排解 (Error Troubleshooting)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1【KeyError】：字典中找不到該欄位名稱，請檢查大小寫是否拼錯 (如 `Item_ID` vs `item_id`)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2【TypeError】：將字串與數字進行加減運算，記住字串轉數字要用 `int()` 或 `float()`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3【ZeroDivisionError】：除數為 0，計算比率時務必加入 `if total &gt; 0` 防呆判斷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保持耐心看懂英文報錯的最後一行，通常就是問題的解答所在！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關鍵提點：除錯能力是資管與企管人才最值錢的實戰競爭力！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進階擴展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【挑戰任務】如何將本程式封裝為標準 API Tools？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將我們寫好的 Python 運算函式加上 Type Hints 型態標註與 Docstring 說明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FastAPI 或 Flask 封裝為標準 RESTful HTTP API 端點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 OpenAPI JSON Schema 定義檔，讓 AI Agent 能自動辨識並調用本工具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 AI 聽懂自然語言時，底層調用的正是我們親手寫的這段商業邏輯！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關鍵提點：從寫小腳本到打造企業級 AI Tools，技術視野豁然開朗！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專案成果 Commit 與平台作業繳交提醒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 `verify.py` 通過 100% 驗收後，切換至 GitHub Desktop 軟體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欄位輸入：`完成第 12 週 12_Week12_SCM_長鞭效應模擬與VMI安全庫存試算 實作專案`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main】儲存本機進度，接著點擊【Push origin】推送到雲端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打開課程互動平台，確認個人登入狀態，檢查自己解鎖的專屬成就勳章！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關鍵提點：每週提交養成好習慣，期末專題報告輕鬆水到渠成！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【考點精要】供應鏈管理 (SCM) 與跨企業協同之證照必考重點速記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證照考試核心大綱對應：長鞭效應四成因 (需求預測/批量/價格波動/配給配額)、VMI 運作模式、EDI 跨企業交換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精選真題：關於供應鏈管理 (SCM) 與跨企業協同的核心功能與作業原則，下列敘述何者最為正確？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12 週學習重點回顧與核心金句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核心理念：下游需求微小波動，往上游放大傳遞形成劇烈庫存震盪，稱為『長鞭效應』；透過資訊透明化方能撫平波瀾。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實作技能：完成 Python 業務邏輯編程，通過 `verify.py` 驗收並推送到 GitHub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考照能力：掌握本單元 5 大高頻核心考點與防呆原則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核心金句：『流程沒有整合，資訊就是孤島；資料沒有清洗，算力也是枉然！』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關鍵提點：每週堅持累積，期末收穫屬於自己的豐碩成果！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任務：供應鏈管理 SCM - 長鞭效應量化與 VMI 平抑補貨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當終端顧客需求只微幅變動 10% 時，上游零件廠的訂單變異卻高達 80%！本週用 Antigravity 計算各層級訂單變異數比率 (Varia...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實作供應鏈長鞭效應分析腳本。讀取零售商、批發商與製造商訂單序列，計算各階層訂單變異數 (Variance)。展示啟...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bullwhip_analysis.json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Week12_Antigravity_Project.zip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Week12_Antigravity_Project.zip，動手做出真正可運行的產出！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課後任務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課後自主學習任務清單與下週預告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1：檢查 GitHub 專案倉庫，確認本週代碼已順利 Push 上雲端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2：登入線上教學互動平台，完成本週 5 題線上快測並查看錯題本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3：預習下週章節進度，思考相關模組在自己日常生活中的應用案例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下週進度：持續深入下一模組，解鎖更進階的企業流程自動化挑戰！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關鍵提點：課業諮詢時間：每週一 15:00~16:00 育英樓 J801-1 研究室歡迎預約！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