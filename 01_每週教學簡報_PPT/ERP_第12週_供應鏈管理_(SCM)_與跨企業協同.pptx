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12 週：第 12 週：供應鏈管理 (SCM) 與跨企業協同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CH11 供應鏈管理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12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授課單元：供應鏈管理 (SCM) 與跨企業協同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章節對應：CH11 供應鏈管理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核心學習目標：掌握供應鏈長鞭效應 (Bullwhip Effect) 成因，體會供應商管理庫存 (VMI) 協同運作機制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認證考試核心焦點：長鞭效應四成因 (需求預測/批量/價格波動/配給配額)、VMI 運作模式、EDI 跨企業交換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【企業現場】供應鏈管理 (SCM) 與跨企業協同之典型營運困境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企業痛點核心情境：下游需求微小波動，往上游放大傳遞形成劇烈庫存震盪，稱為『長鞭效應』；透過資訊透明化方能撫平波瀾。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【流程重構】供應鏈管理 (SCM) 與跨企業協同之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【架構剖析】供應鏈管理 (SCM) 與跨企業協同的核心模組功能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核心功能定位：落實掌握供應鏈長鞭效應 (Bullwhip Effect) 成因，體會供應商管理庫存 (VMI) 協同運作機制之核心作業標準化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【運算核心】供應鏈管理 (SCM) 與跨企業協同關鍵演算法原理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運算演算法旨在解決企業在『掌握供應鏈長鞭效應 (Bullwhip Effect) 成因，體會供應商管理庫存 (VMI) 協同運作機制』時的決策最佳化問題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賦能】供應鏈管理 (SCM) 與跨企業協同之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12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實作專案主題：12_Week12_SCM_長鞭效應模擬與VMI安全庫存試算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12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`sample_data.json`：包含本週真實業務測試情境資料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 VS Code，打開本週專案資料夾！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讀取真實業務單據陣列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 VS Code 終端機切換目錄至第 12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 (Ctrl + S)，在終端機執行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12 週 12_Week12_SCM_長鞭效應模擬與VMI安全庫存試算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【考點精要】供應鏈管理 (SCM) 與跨企業協同之證照必考重點速記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證照考試核心大綱對應：長鞭效應四成因 (需求預測/批量/價格波動/配給配額)、VMI 運作模式、EDI 跨企業交換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精選真題：關於供應鏈管理 (SCM) 與跨企業協同的核心功能與作業原則，下列敘述何者最為正確？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12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核心理念：下游需求微小波動，往上游放大傳遞形成劇烈庫存震盪，稱為『長鞭效應』；透過資訊透明化方能撫平波瀾。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任務：供應鏈管理 SCM - 長鞭效應量化與 VMI 平抑補貨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當終端顧客需求只微幅變動 10% 時，上游零件廠的訂單變異卻高達 80%！本週用 Antigravity 計算各層級訂單變異數比率 (Varia...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實作供應鏈長鞭效應分析腳本。讀取零售商、批發商與製造商訂單序列，計算各階層訂單變異數 (Variance)。展示啟...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bullwhip_analysis.json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Week12_Antigravity_Project.zip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Week12_Antigravity_Project.zip，動手做出真正可運行的產出！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