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15 週：第 15 週：ERP 系統導入方法論與系統評選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CH03 ERP 導入方法論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15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授課單元：ERP 系統導入方法論與系統評選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章節對應：CH03 ERP 導入方法論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 ERP 專案生命週期五階段、系統評選 RFP 流程與專案變革管理 (Change Management)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認證考試核心焦點：導入生命週期 (評選/藍圖/建置/上線/維運)、Big Bang vs 逐步上線、專案失敗核心原因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【企業現場】ERP 系統導入方法論與系統評選之典型營運困境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企業痛點核心情境：『不上 ERP 等死，上 ERP 找死？』破解魔咒的關鍵在於科學的方法論與嚴密的變革管理！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【流程重構】ERP 系統導入方法論與系統評選之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【架構剖析】ERP 系統導入方法論與系統評選的核心模組功能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 ERP 專案生命週期五階段、系統評選 RFP 流程與專案變革管理 (Change Management)之核心作業標準化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【運算核心】ERP 系統導入方法論與系統評選關鍵演算法原理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 ERP 專案生命週期五階段、系統評選 RFP 流程與專案變革管理 (Change Management)』時的決策最佳化問題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賦能】ERP 系統導入方法論與系統評選之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15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實作專案主題：15_Week15_ERP系統評選權重計分矩陣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15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15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15 週 15_Week15_ERP系統評選權重計分矩陣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關鍵提點：每週提交養成好習慣，期末專案考評輕鬆水到渠成！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【考點精要】ERP 系統導入方法論與系統評選之證照必考重點速記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證照考試核心大綱對應：導入生命週期 (評選/藍圖/建置/上線/維運)、Big Bang vs 逐步上線、專案失敗核心原因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精選真題：關於ERP 系統導入方法論與系統評選的核心功能與作業原則，下列敘述何者最為正確？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15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核心理念：『不上 ERP 等死，上 ERP 找死？』破解魔咒的關鍵在於科學的方法論與嚴密的變革管理！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任務：系統導入方法論 - 痛點訪談轉 TO-BE 系統規格書 (SRS)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顧問導入 ERP 成功關鍵在於從現況 (AS-IS) 差距分析 (Gap Analysis) 轉化為目標 (TO-BE) 系統需求規格書。本週使...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你是一位資深 ERP 導入顧問。使用 Antigravity 讀取 interview_transcript.txt 中的各部門痛點訪談，進行 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srs_specification.md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Week15_Antigravity_Project.zip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Week15_Antigravity_Project.zip，動手做出真正可運行的產出！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