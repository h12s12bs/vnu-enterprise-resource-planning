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64592" cy="4572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00584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萬能科技大學 企業管理系 ｜ 11501 企業資源規劃 (ERP)</a:t>
            </a:r>
          </a:p>
          <a:p>
            <a:pPr>
              <a:spcAft>
                <a:spcPts val="1200"/>
              </a:spcAft>
            </a:pPr>
            <a:r>
              <a:rPr sz="4000" b="1">
                <a:solidFill>
                  <a:srgbClr val="FFFFFF"/>
                </a:solidFill>
                <a:latin typeface="微軟正黑體"/>
              </a:rPr>
              <a:t>第 15 週：ERP 系統導入方法論與系統評選</a:t>
            </a:r>
          </a:p>
          <a:p>
            <a:pPr>
              <a:spcAft>
                <a:spcPts val="2000"/>
              </a:spcAft>
            </a:pPr>
            <a:r>
              <a:rPr sz="3000" b="1">
                <a:solidFill>
                  <a:srgbClr val="E2E8F0"/>
                </a:solidFill>
                <a:latin typeface="微軟正黑體"/>
              </a:rPr>
              <a:t>五大導入生命週期 ✕ 關鍵成功因素 CSF ✕ 變革管理</a:t>
            </a:r>
          </a:p>
          <a:p>
            <a:pPr>
              <a:spcAft>
                <a:spcPts val="1000"/>
              </a:spcAft>
            </a:pPr>
            <a:r>
              <a:rPr sz="2800">
                <a:solidFill>
                  <a:srgbClr val="CBD5E1"/>
                </a:solidFill>
                <a:latin typeface="微軟正黑體"/>
              </a:rPr>
              <a:t>班級：進企四系4甲 ｜ 時間：週四 16:20 ~ 17:50 (電腦教室)</a:t>
            </a:r>
          </a:p>
          <a:p>
            <a:r>
              <a:rPr sz="2800" b="1">
                <a:solidFill>
                  <a:srgbClr val="D97706"/>
                </a:solidFill>
                <a:latin typeface="微軟正黑體"/>
              </a:rPr>
              <a:t>授課教師：邱俊維 博士 ｜ ★ 考取 AI 賦能 ERP 或相關證照直接加分！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學習目標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15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本週核心學習目標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掌握 ERP 導入五大生命週期 (準備 ➔ 藍圖 ➔ 實現 ➔ 上線 ➔ 維運)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剖析 ERP 專案關鍵成功因素 (CSF) 與失敗風險成因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掌握三大系統切換策略 (大爆炸 Big Bang vs 階段切換 vs 平行運作)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理解組織變革管理 (Change Management) 克服員工抗拒之策略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關鍵提點：三分技術，七分管理，十二分資料！導入成敗關鍵在人與管理！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痛點破冰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15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課堂痛點破冰：為什麼超過 40% 的 ERP 導入失敗？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花費數千萬採購世界頂級 ERP，為什麼最後卻落得上線失敗？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失敗主因從來不是軟體程式寫錯，而是：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1. 高階主管未全程承諾支持，部門主管各自角力杯葛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2. 員工習慣原有舊做法，抗拒變革，甚至私下繼續用 Excel 記帳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3. 主檔資料未落實清洗，垃圾進垃圾出 (Garbage in, Garbage out)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4. 過度客製化，破壞了 ERP 原本內建的最佳實踐流程 (Best Practices)！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關鍵提點：客製化越多，未來系統升級與維護成本就越高！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導入階段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15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ERP 導入標準生命週期五大階段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1. 專案準備 (Project Preparation)：成立專案小組、明確目標與預算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2. 企業藍圖 (Business Blueprint)：流程差異分析 (GAP Analysis)、定義未來流程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3. 系統實現 (Realization)：系統參數設定、客製化開發、單元與整合測試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4. 最後準備 (Final Preparation)：終端使用者教育訓練、主檔與期初資料轉檔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5. 正式上線與維運 (Go-Live &amp; Support)：系統切換、現場指導與持續優化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關鍵提點：五大階段按部就班，是大型企業 ERP 上線成功的定海神針！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切換策略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15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系統切換三大策略對比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1. 大爆炸直接切換 (Big Bang / Direct Cutover)：某特定日舊系統全停、新系統全面上線。工期短成本低，但風險最高！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2. 階段式切換 (Phased Approach)：按模組或分公司分批上線。風險分散，但需建立過渡期介面。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3. 平行運作 (Parallel Run)：新舊系統並行記帳一段時間。最安全穩健，但員工工作量倍增。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關鍵提點：企業應依自身承受風險之能力與資源選擇最適合的切換策略！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實機任務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15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Antigravity 任務：系統導入方法論 - 痛點訪談轉 TO-BE 系統規格書 (SRS)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800" b="1">
                <a:solidFill>
                  <a:srgbClr val="1E3A8A"/>
                </a:solidFill>
                <a:latin typeface="微軟正黑體"/>
              </a:rPr>
              <a:t>🏢 企業情境：</a:t>
            </a:r>
            <a:r>
              <a:rPr sz="2800">
                <a:solidFill>
                  <a:srgbClr val="0F172A"/>
                </a:solidFill>
                <a:latin typeface="微軟正黑體"/>
              </a:rPr>
              <a:t>顧問導入 ERP 成功關鍵在於從現況 (AS-IS) 差距分析 (Gap Analysis) 轉化為目標 (TO-BE) 系統需求規格書。本週使...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800" b="1">
                <a:solidFill>
                  <a:srgbClr val="7C3AED"/>
                </a:solidFill>
                <a:latin typeface="微軟正黑體"/>
              </a:rPr>
              <a:t>🤖 AI 指引：</a:t>
            </a:r>
            <a:r>
              <a:rPr sz="2800">
                <a:solidFill>
                  <a:srgbClr val="0F172A"/>
                </a:solidFill>
                <a:latin typeface="微軟正黑體"/>
              </a:rPr>
              <a:t>你是一位資深 ERP 導入顧問。使用 Antigravity 讀取 interview_transcript.txt 中的各部門痛點訪談，進行 ...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800" b="1">
                <a:solidFill>
                  <a:srgbClr val="059669"/>
                </a:solidFill>
                <a:latin typeface="微軟正黑體"/>
              </a:rPr>
              <a:t>📦 產出交付：</a:t>
            </a:r>
            <a:r>
              <a:rPr sz="2800" b="1">
                <a:solidFill>
                  <a:srgbClr val="0F172A"/>
                </a:solidFill>
                <a:latin typeface="微軟正黑體"/>
              </a:rPr>
              <a:t>srs_specification.md (存放於專案目錄)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800" b="1">
                <a:solidFill>
                  <a:srgbClr val="1E3A8A"/>
                </a:solidFill>
                <a:latin typeface="微軟正黑體"/>
              </a:rPr>
              <a:t>🎯 實作驗收：</a:t>
            </a:r>
            <a:r>
              <a:rPr sz="2800">
                <a:solidFill>
                  <a:srgbClr val="0F172A"/>
                </a:solidFill>
                <a:latin typeface="微軟正黑體"/>
              </a:rPr>
              <a:t>解壓 Week15_Antigravity_Project.zip ➔ 執行 starter.py ➔ verify.py 驗收通過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065F46"/>
                </a:solidFill>
                <a:latin typeface="微軟正黑體"/>
              </a:rPr>
              <a:t>💡 電腦教室實戰：一人一機下載 Week15_Antigravity_Project.zip，動手做出真正可運行的產出！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證照考點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15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ERP 專業核心考點解析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考點 1：高階主管全力支持與承諾 (Top Management Support) 為公認首要 CSF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考點 2：大爆炸切換 vs 階段切換之優缺點比較為高頻問答與選擇題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考點 3：標準化軟體與客製化 (Customization) 之權衡原則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考點 4：終端使用者教育訓練不足為導致系統上線抗拒的主因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關鍵提點：請進入教學平台完成第 15 週隨堂快測！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