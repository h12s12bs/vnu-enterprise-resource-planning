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07 週：生產規劃與控制 (PP) - 主排程與 BOM 表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MTS/MTO/ATO 生產型態 ✕ 產品結構清單 BOM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掌握三大製造生產型態 (MTS, MTO, ATO) 之特性與適用場景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深入理解物料清單 (Bill of Materials, BOM) 階層展開結構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掌握主生產排程 (MPS, Master Production Schedule) 之功能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實機操作平台【自行車多階層 BOM 結構展開沙盒】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關鍵提點：BOM 表是產品的基因密碼，也是 MRP 運算不可或缺的基石！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課堂痛點破冰：三大生產型態的抉擇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MTS (存貨生產)：依市場預測預先生產，如瓶裝飲料，交期快但怕庫存呆滯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MTO (訂單生產)：收到顧客訂單才投產，如客製機械，零庫存但交期長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ATO (組裝生產)：事先備妥模組零件，接單快速組裝，如戴爾電腦客製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不同產業型態必須配置不同的 ERP 生產規劃策略！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關鍵提點：ATO 兼具 MTS 的短交期與 MTO 的客製多樣化優勢！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物料清單 (BOM 表) 多階層展開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【Level 0 成品】：BIKE-001 登山自行車 (1 台)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【Level 1 總成件】：車架總成 x 1、輪組總成 x 2、傳動組 x 1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【Level 2 零組件】：(輪組底下) 輪圈 x 1、輪胎 x 1、輻條 x 36 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生產 100 台自行車，需要多少輻條？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計算：100 台 ✕ 2 個輪組 ✕ 36 根輻條 ＝ 7,200 根輻條！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關鍵提點：BOM 表若有任何一個用量或損耗率設定錯誤，工廠就會斷料停機！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賦能製造業：CAD 自動生成工程 BOM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過去痛點：工程師畫完 CAD 3D 圖，手動輸入幾百個零件 BOM 表，耗時且易錯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突破：AI 視覺辨識自動讀取 CAD 圖紙與圖元，10 秒生成工程 BOM (EBOM)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跨部門串接：AI 自動對照庫存主檔品號，將 EBOM 轉換為生產用製造 BOM (MBOM)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大幅縮短新產品導入 (NPI) 前置時間達 60%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關鍵提點：智慧製造的核心在於設計與製造數據的無縫對接！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樹狀多階 BOM 遞迴展開與成本加總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一輛自行車由車架組、傳動組與煞車組構成，每個組件又由多個子零件構成。學生將使用 Antigravity 實作多階 BOM 展開遞迴演算法，計算生...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中實作多階物料清單 (BOM) 遞迴展開演算法。輸入父階產品代號與生產數量，考慮零件損耗率 (Scrap Rate...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bom_explosion_result.json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Week07_Antigravity_Project.zip，動手做出真正可運行的產出！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1：BOM 表結構明確定義成品與子件之耗用數量比配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2：ATO 生產型態在收到訂單前生產半成品，收到訂單後組裝成車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3：主生產排程 (MPS) 是對最終成品（獨立需求）的生產計畫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4：單階 BOM 只展開下一層，多階 BOM 展開至最底層原物料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關鍵提點：請進入平台完成第 7 週隨堂測驗！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