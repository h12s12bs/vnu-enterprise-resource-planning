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07 週：第 07 週：生產規劃與控制 (PP) - 主排程與 BOM 表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CH05 生產與作業管理 (Part 1)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07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授課單元：生產規劃與控制 (PP) - 主排程與 BOM 表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章節對應：CH05 生產與作業管理 (Part 1)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核心學習目標：掌握主生產排程 (MPS) 與多階材料清單 (BOM) 表展開運算，計算損耗率與標準用量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認證考試核心焦點：多階 BOM 表展開、主生產排程 (MPS) 定義、工程變更 (ECN) 管理、虛擬件 (Phantom Item)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【企業現場】生產規劃與控制 (PP) - 主排程與 BOM 表之典型營運困境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企業痛點核心情境：沒有精確的 BOM 表，就無法算出製造一輛自行車到底需要幾顆螺絲與幾條輪胎！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【流程重構】生產規劃與控制 (PP) - 主排程與 BOM 表之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【架構剖析】生產規劃與控制 (PP) - 主排程與 BOM 表的核心模組功能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核心功能定位：落實掌握主生產排程 (MPS) 與多階材料清單 (BOM) 表展開運算，計算損耗率與標準用量之核心作業標準化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【運算核心】生產規劃與控制 (PP) - 主排程與 BOM 表關鍵演算法原理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運算演算法旨在解決企業在『掌握主生產排程 (MPS) 與多階材料清單 (BOM) 表展開運算，計算損耗率與標準用量』時的決策最佳化問題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賦能】生產規劃與控制 (PP) - 主排程與 BOM 表之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07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實作專案主題：07_Week07_PP_多階BOM展開與損耗計算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07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07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07 週 07_Week07_PP_多階BOM展開與損耗計算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【考點精要】生產規劃與控制 (PP) - 主排程與 BOM 表之證照必考重點速記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證照考試核心大綱對應：多階 BOM 表展開、主生產排程 (MPS) 定義、工程變更 (ECN) 管理、虛擬件 (Phantom Item)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精選真題：關於生產規劃與控制 (PP) - 主排程與 BOM 表的核心功能與作業原則，下列敘述何者最為正確？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07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核心理念：沒有精確的 BOM 表，就無法算出製造一輛自行車到底需要幾顆螺絲與幾條輪胎！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任務：生產規劃 PP - 樹狀多階 BOM 遞迴展開與成本加總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一輛自行車由車架組、傳動組與煞車組構成，每個組件又由多個子零件構成。學生將使用 Antigravity 實作多階 BOM 展開遞迴演算法，計算生...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請在 Antigravity 中實作多階物料清單 (BOM) 遞迴展開演算法。輸入父階產品代號與生產數量，考慮零件損耗率 (Scrap Rate...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bom_explosion_result.json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Week07_Antigravity_Project.zip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Week07_Antigravity_Project.zip，動手做出真正可運行的產出！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