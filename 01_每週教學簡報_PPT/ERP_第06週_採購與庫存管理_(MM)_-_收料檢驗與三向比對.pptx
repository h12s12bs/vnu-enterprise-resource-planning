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06 週：第 06 週：採購與庫存管理 (MM) - 收料檢驗與三向比對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CH06 採購與付款管理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授課單元：採購與庫存管理 (MM) - 收料檢驗與三向比對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章節對應：CH06 採購與付款管理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核心學習目標：理解倉庫收料檢驗過帳機制，深入掌握採購發票『三向比對 (Three-way Matching)』內控防弊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認證考試核心焦點：收料過帳 (Goods Receipt)、三向比對核心原則、採購發票公差 (Tolerance) 與凍結付款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【企業現場】採購與庫存管理 (MM) - 收料檢驗與三向比對之典型營運困境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【流程重構】採購與庫存管理 (MM) - 收料檢驗與三向比對之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【架構剖析】採購與庫存管理 (MM) - 收料檢驗與三向比對的核心模組功能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核心功能定位：落實理解倉庫收料檢驗過帳機制，深入掌握採購發票『三向比對 (Three-way Matching)』內控防弊之核心作業標準化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【運算核心】採購與庫存管理 (MM) - 收料檢驗與三向比對關鍵演算法原理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運算演算法旨在解決企業在『理解倉庫收料檢驗過帳機制，深入掌握採購發票『三向比對 (Three-way Matching)』內控防弊』時的決策最佳化問題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賦能】採購與庫存管理 (MM) - 收料檢驗與三向比對之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06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實作專案主題：06_Week06_MM_採購三向比對稽核除錯引擎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06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06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06 週 06_Week06_MM_採購三向比對稽核除錯引擎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【考點精要】採購與庫存管理 (MM) - 收料檢驗與三向比對之證照必考重點速記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證照考試核心大綱對應：收料過帳 (Goods Receipt)、三向比對核心原則、採購發票公差 (Tolerance) 與凍結付款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精選真題：關於採購與庫存管理 (MM) - 收料檢驗與三向比對的核心功能與作業原則，下列敘述何者最為正確？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06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核心理念：防止採購舞弊與付錯款的核心防線：採購單 (PO) ＝ 收料單 (GR) ＝ 發票 (Invoice) 三向數量與單價必須嚴格吻合！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任務：採購與庫存 MM - 三向比對 (Three-Way Matching) 稽核器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企業財務最大的舞弊與漏損常發生在付款階段。本週實作三向比對引擎，比對 PO (採購單)、GR (驗收單)、Invoice (供應商發票) 的品號...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中開發採購三向比對稽核程式。比對採購單 PO、驗收單 GR、供應商發票 Invoice。判定標準：1. 單價不可高...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audit_report.json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Week06_Antigravity_Project.zip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Week06_Antigravity_Project.zip，動手做出真正可運行的產出！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06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