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06 週：採購與庫存管理 (MM) - 收料檢驗與三向比對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收料入庫 GR ✕ 三向比對 Three-Way Matching 稽核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掌握收料驗收入庫 (Goods Receipt, GR) 與品檢過帳流程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深入理解會計「三向比對 (Three-Way Matching)」稽核原理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實機操作平台【三向比對除錯沙盒】破解 5 大企業發票陷阱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掌握會計容差率 (Tolerance) 與人機協同審批設定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關鍵提點：三向比對是企業財務應付帳款最關鍵的防護網！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課堂痛點破冰：廠商請款，會計敢不敢直接付？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供應商寄來 10 萬元發票，會計能不能看到發票就開支票？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絕對不行！萬一：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廠商根本沒送貨？（幽靈發票詐騙）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倉庫只收到 80 件，發票卻請款 100 件？（短裝溢開）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當初 PO 約定單價 $3,200，發票卻擅自調漲到 $3,600？（單價浮報）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必須透過「三向比對」嚴密勾稽方能放行過帳！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關鍵提點：防範採購舞弊與帳目混亂的根本核心就是三向比對！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核心機制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三向比對 (Three-Way Matching) 稽核金三角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採購單 (PO)：當初採購主管核准的品號、數量與約定單價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驗收單 (GR)：倉庫實際品檢簽收之合格良品數量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廠商發票 (Invoice)：供應商正式開立之請款數量、單價與稅額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三者交集完全吻合 ➔ 系統全自動過帳拋轉應付帳款 (AP)！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任一項超額 ➔ 系統自動阻擋，觸發人工審批或退回發票！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關鍵提點：三向比對核心：數量比對 (PO vs GR vs Inv) ✕ 單價比對 (PO vs Inv)！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電腦實作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上機實作：三向比對除錯沙盒挑戰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一人一機實作：下載 Week 06 Antigravity 專案包，實作三向比對引擎並產出 audit_report.json！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挑戰 1：正常完美吻合 ➔ 體驗【✅ 自動放行過帳】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挑戰 2：單價浮報陷阱 (單價 +12.5%) ➔ 執行【⚠️ 呈報主管】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挑戰 3：短裝溢開陷阱 (實收80件開100件) ➔ 執行【❌ 退回發票】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挑戰 4：容差內微幅稅差 ➔ 體驗系統自動小額調帳過帳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關鍵提點：完成除錯挑戰即可解鎖平台【三向核帳神探】榮譽勳章！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任務：採購與庫存 MM - 三向比對 (Three-Way Matching) 稽核器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企業財務最大的舞弊與漏損常發生在付款階段。本週實作三向比對引擎，比對 PO (採購單)、GR (驗收單)、Invoice (供應商發票) 的品號...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請在 Antigravity 中開發採購三向比對稽核程式。比對採購單 PO、驗收單 GR、供應商發票 Invoice。判定標準：1. 單價不可高...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audit_report.json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Week06_Antigravity_Project.zip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Week06_Antigravity_Project.zip，動手做出真正可運行的產出！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06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1：三向比對涵蓋哪三項單據？(PO ✕ GR ✕ Invoice)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2：收料過帳分錄（借：在途存貨/暫估應付，貸：應付帳款）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3：容差率 (Tolerance) 允許微小四捨五入誤差內自動過帳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4：發票比對不符時，系統會設定付款凍結 (Payment Block)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關鍵提點：考取相關證照直接計入學期總成績特別加分！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