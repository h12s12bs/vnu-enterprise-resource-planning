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02 週：第 02 週：企業模式與企業流程管理 (BPR)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CH02 企業資源規劃概說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授課單元：企業模式與企業流程管理 (BPR)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章節對應：CH02 企業資源規劃概說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核心學習目標：掌握職能導向與流程導向之差異，體會企業流程再造 (BPR) 原則與三大商業循環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認證考試核心焦點：BPR 核心定義、核心流程 O2C/P2P、組織穀倉打破、水平整合思維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【企業現場】企業模式與企業流程管理 (BPR)之典型營運困境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企業痛點核心情境：傳統企業以部門為中心（穀倉效應），各自為政；BPR 強調以『顧客價值』為起點重構端到端流程。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【流程重構】企業模式與企業流程管理 (BPR)之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【架構剖析】企業模式與企業流程管理 (BPR)的核心模組功能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核心功能定位：落實掌握職能導向與流程導向之差異，體會企業流程再造 (BPR) 原則與三大商業循環之核心作業標準化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【運算核心】企業模式與企業流程管理 (BPR)關鍵演算法原理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運算演算法旨在解決企業在『掌握職能導向與流程導向之差異，體會企業流程再造 (BPR) 原則與三大商業循環』時的決策最佳化問題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賦能】企業模式與企業流程管理 (BPR)之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02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實作專案主題：02_Week02_BPR流程狀態機實作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02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02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02 週 02_Week02_BPR流程狀態機實作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【考點精要】企業模式與企業流程管理 (BPR)之證照必考重點速記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證照考試核心大綱對應：BPR 核心定義、核心流程 O2C/P2P、組織穀倉打破、水平整合思維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精選真題：關於企業模式與企業流程管理 (BPR)的核心功能與作業原則，下列敘述何者最為正確？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核心理念：傳統企業以部門為中心（穀倉效應），各自為政；BPR 強調以『顧客價值』為起點重構端到端流程。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任務：BPR 訂單到收款 (O2C) 嚴格狀態轉移機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許多傳統企業業務員在未經信用審核前就通知倉庫私自發貨。本週實作狀態機，嚴格約束訂單生命週期轉移，杜絕越權出貨。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 Order-to-Cash (O2C) 流程狀態機。定義狀態：DRAFT ➔ QUOTE ➔ ORDER_...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o2c_flow_result.json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Week02_Antigravity_Project.zip，動手做出真正可運行的產出！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