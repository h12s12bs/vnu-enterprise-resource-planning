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02 週：企業模式與企業流程管理 (BPR)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打破部門穀倉 ✕ 端到端流程重構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釐清「職能組織導向」與「流程導向」之本質差異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掌握企業流程再造 (BPR, Business Process Reengineering) 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剖析企業三大核心營運循環 (O2C, P2P, Plan-to-Produce)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理解現代 Agentic AI 在流程自動化中扮演的協同角色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關鍵提點：流程思維是 ERP 導入與管理的核心靈魂！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課堂痛點破冰：組織穀倉 (Silo Effect)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部門各掃門前雪：業務只管衝業績、財務只管嚴審帳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客戶需要一個商品，單據在五個部門間流轉簽核兩星期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顧客只在乎『何時交貨？品質如何？』，不在乎部門分工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BPR 的核心精神：徹底揚棄職能分工，以顧客價值為導向！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關鍵提點：BPR 創始人 Michael Hammer：『不要自動化現有不良流程！』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企業三大端到端商業循環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銷售循環 (Order-to-Cash, O2C)：報價 ➔ 訂單 ➔ 揀貨 ➔ 開立發票 ➔ 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採購循環 (Procure-to-Pay, P2P)：請購 ➔ 詢價 ➔ 採購 ➔ 收料驗收 ➔ 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生產循環 (Plan-to-Produce)：MPS 排程 ➔ MRP 展開 ➔ 製令工單 ➔ 完工入庫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關鍵提點：三大循環的單據流向與會計勾稽，是 ERP 實作與證照核心！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賦能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流程再造遇上 Agentic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過去 BPR：靠人為畫流程圖、精簡表單關卡，仍有人工作業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AI BPR：讓 AI Agents 接管跨部門重複性單據核對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案例：客戶 Email 自動由 Sales Agent 轉入 ERP 建立正式訂單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實現真正『零碰觸 (Zero-Touch)』端到端智慧流程！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關鍵提點：上課平台【Agentic Studio】內建完整流程體驗！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任務：BPR 訂單到收款 (O2C) 嚴格狀態轉移機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許多傳統企業業務員在未經信用審核前就通知倉庫私自發貨。本週實作狀態機，嚴格約束訂單生命週期轉移，杜絕越權出貨。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 Order-to-Cash (O2C) 流程狀態機。定義狀態：DRAFT ➔ QUOTE ➔ ORDER_...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o2c_flow_result.json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Week02_Antigravity_Project.zip，動手做出真正可運行的產出！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1：BPR 強調根本性 (Fundamental) 重新思考與徹底重組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2：BPR 主張以端到端顧客價值為核心，非局部優化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3：企業導入 ERP 往往伴隨 BPR，以符合系統最佳實踐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4：三大商業循環英文縮寫與單據先後順序為必考重點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關鍵提點：請同學登入教學平台完成第 2 週隨堂測驗 (5題)！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