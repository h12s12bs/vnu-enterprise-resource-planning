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13 週：第 13 週：客戶關係管理 (CRM) 與全通路行銷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CH12 客戶關係管理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13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授課單元：客戶關係管理 (CRM) 與全通路行銷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章節對應：CH12 客戶關係管理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核心學習目標：掌握銷售漏斗 (Sales Funnel) 推進、RFM 會員價值模型與全通路行銷客戶畫像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認證考試核心焦點：銷售管道管理 (Pipeline)、RFM 模型 (最近購買/頻率/金額)、客戶流失率 (Churn Rate)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【企業現場】客戶關係管理 (CRM) 與全通路行銷之典型營運困境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企業痛點核心情境：開發一個新客戶的成本是維繫老客戶的 5 倍！CRM 聚焦於客戶終身價值 (CLV) 的最大化。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【流程重構】客戶關係管理 (CRM) 與全通路行銷之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【架構剖析】客戶關係管理 (CRM) 與全通路行銷的核心模組功能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核心功能定位：落實掌握銷售漏斗 (Sales Funnel) 推進、RFM 會員價值模型與全通路行銷客戶畫像之核心作業標準化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【運算核心】客戶關係管理 (CRM) 與全通路行銷關鍵演算法原理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運算演算法旨在解決企業在『掌握銷售漏斗 (Sales Funnel) 推進、RFM 會員價值模型與全通路行銷客戶畫像』時的決策最佳化問題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賦能】客戶關係管理 (CRM) 與全通路行銷之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13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實作專案主題：13_Week13_CRM_客戶終身價值CLV與RFM分群Agent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13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13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13 週 13_Week13_CRM_客戶終身價值CLV與RFM分群Agent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【考點精要】客戶關係管理 (CRM) 與全通路行銷之證照必考重點速記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證照考試核心大綱對應：銷售管道管理 (Pipeline)、RFM 模型 (最近購買/頻率/金額)、客戶流失率 (Churn Rate)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精選真題：關於客戶關係管理 (CRM) 與全通路行銷的核心功能與作業原則，下列敘述何者最為正確？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13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核心理念：開發一個新客戶的成本是維繫老客戶的 5 倍！CRM 聚焦於客戶終身價值 (CLV) 的最大化。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任務：顧客關係管理 CRM - RFM 顧客金字塔模型分群實作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 80% 的利潤往往來自 20% 的忠誠客戶。本週使用 Antigravity 讀取客戶歷史消費交易，計算最近購買日 (R)、消費頻率 (F...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RFM 顧客分群模型。讀取 customer_transactions.json，計算每位客戶的 Recen...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rfm_customer_segments.json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Week13_Antigravity_Project.zip，動手做出真正可運行的產出！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