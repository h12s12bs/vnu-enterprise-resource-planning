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13 週：客戶關係管理 (CRM) 與全通路行銷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CRM 三大構面 ✕ 顧客終身價值 CLV ✕ AI 客服 Agent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本週核心學習目標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掌握客戶關係管理 (CRM) 三大核心構面與銷售漏斗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理解顧客終身價值 (Customer Lifetime Value, CLV) 計算與 RFM 分群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探索 CRM 與 ERP 核心資料庫（訂單、庫存、發票）之整合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實作平台【RMA 售後服務與退換貨 AI 客服 Agent】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關鍵提點：留住一位老客戶的成本只有開發一位新客戶的五分之一！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核心架構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CRM 客戶關係管理三大核心構面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操作型 CRM (Operational CRM)：前線銷售自動化 (SFA)、行銷自動化與客服中心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分析型 CRM (Analytical CRM)：大數據分析顧客購買偏好、RFM 分群與流失預警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協同型 CRM (Collaborative CRM)：整合官網、LINE、門市全通路一致溝通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三大構面互相支撐，將每一次接觸轉化為長期顧客忠誠度！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關鍵提點：操作型負責前線作戰，分析型提供智慧大腦，協同型打通多渠道！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顧客價值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顧客終身價值 (CLV) 與 RFM 分群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顧客終身價值 (CLV)：顧客在與企業維持關係的整個生命週期中所帶來的總利潤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RFM 經典顧客分群模型：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R (Recency)：最近一次消費時間（越近越活躍）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F (Frequency)：特定期間內消費頻率（越高越忠誠）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M (Monetary)：累計消費金額（越高貢獻越大）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RFM 分群實施差異化精準行銷，最大化行銷 ROI！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關鍵提點：高價值 VIP 顧客值得享有專屬客服與最優先交期保障！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實務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Agentic AI 賦能：售後退換貨 RMA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傳統客服：顧客致電查保固，客服反覆向倉庫確認退貨政策，耗時 15 分鐘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智慧 RMA Agent：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接收顧客自然語言詢問，自動呼叫 ERP 查詢歷史訂單出貨日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比對保固條款：30 天內免費換新，1 年內免費維修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自動於 ERP 生成 RMA 單號，並呼叫物流 API 安排黑貓到府取件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4. 全自動完成僅需 2 秒，大幅提升客戶尊榮體驗！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關鍵提點：請同學在平台【Agentic Studio】中體驗 RMA 客服 Agent！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任務：顧客關係管理 CRM - RFM 顧客金字塔模型分群實作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 80% 的利潤往往來自 20% 的忠誠客戶。本週使用 Antigravity 讀取客戶歷史消費交易，計算最近購買日 (R)、消費頻率 (F...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實作 RFM 顧客分群模型。讀取 customer_transactions.json，計算每位客戶的 Recen...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rfm_customer_segments.json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Week13_Antigravity_Project.zip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Week13_Antigravity_Project.zip，動手做出真正可運行的產出！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13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專業核心考點解析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1：CRM 三大構面（操作型、分析型、協同型）之定義與區隔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2：SFA (Sales Force Automation，銷售自動化) 屬於操作型 CRM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3：顧客終身價值 (CLV) 為長期利潤總和，非單次交易額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4：CRM 必須與 ERP 訂單庫存整合，才能提供精準售後服務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關鍵提點：請進入教學平台完成第 13 週隨堂快測！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