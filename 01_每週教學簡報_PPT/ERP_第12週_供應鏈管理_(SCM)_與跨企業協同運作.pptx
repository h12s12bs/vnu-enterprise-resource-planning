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12 週：供應鏈管理 (SCM) 與跨企業協同運作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長鞭效應成因 ✕ 啤酒遊戲體驗 ✕ VMI 供應商管理庫存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深入剖析供應鏈「長鞭效應 (Bullwhip Effect)」成因與危害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掌握供應商管理庫存 (VMI, Vendor Managed Inventory) 運作模式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實機操作平台【長鞭效應震撼模擬沙盒】體驗資訊透明之威力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理解供應鏈能見度 (Visibility) 與 JIT 及時生產理念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關鍵提點：供應鏈競爭是現代企業競爭的最高維度！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震撼破冰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課堂痛點破冰：什麼是長鞭效應？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消費者只是因為週末烤肉，稍微多買了 10% 的洋芋片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零售商怕缺貨，向批發商訂了 130% 的庫存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批發商為了規模經濟與安全考量，向製造廠訂了 180%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製造廠擴建生產線，向馬鈴薯原料商下了 240% 的巨額訂單！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這就是長鞭效應：終端微小變動，在供應鏈上游掀起海嘯！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關鍵提點：缺乏資訊共享導致整個供應鏈堆疊了極高庫存成本與呆滯風險！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成因剖析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長鞭效應四大關鍵成因 (ERP 檢定必考！)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需求預測更新 (Demand Forecast Updating)：各層級基於放大後的訂單重新預測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批量訂購 (Order Batching)：為湊滿一卡車或折扣，拉長訂購週期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價格促銷波動 (Price Fluctuations)：折扣促銷引起下游非理性囤貨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配額配銷博弈 (Rationing and Shortage Gaming)：缺貨時下游虛報訂單搶配額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關鍵提點：四大成因交互作用，是造成供應鏈週期性大賺大賠的主因！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平抑對策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破解長鞭效應的解方：VMI 協同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什麼是 VMI (Vendor Managed Inventory，供應商管理庫存)？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傳統模式：零售商決定何時叫貨、叫多少貨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VMI 模式：零售商向供應商開放即時銷售 (POS) 與庫存數據，由供應商主動負責補貨！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效益：消除中間預測失真，上游直接掌握終端真實脈動！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搭配跨企業 AI SCM Agent，實現供應鏈端到端資訊透明協同！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關鍵提點：沃爾瑪 (Walmart) 與寶僑 (P&amp;G) 便是靠 VMI 成為全球供應鏈典範！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電腦實作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上機實作：長鞭效應模擬沙盒體驗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一人一機實作：下載 Week 11 Antigravity 專案包，模擬供應鏈波動並計算長鞭效應指數！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1：點選【顧客需求 +15%】，觀察各層級訂單放大至 2.45 倍！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2：閱讀長鞭效應診斷報告，感受傳統資訊孤島的代價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3：勾選【✨ 啟用 AI 驅動 VMI 協同模式】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4：觀察圖表波動如何被奇蹟般撫平為 1.0 倍同步！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關鍵提點：完成實作即可解鎖平台【長鞭效應平抑者】榮譽勳章！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任務：供應鏈管理 SCM - 長鞭效應量化與 VMI 平抑補貨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當終端顧客需求只微幅變動 10% 時，上游零件廠的訂單變異卻高達 80%！本週用 Antigravity 計算各層級訂單變異數比率 (Varia...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實作供應鏈長鞭效應分析腳本。讀取零售商、批發商與製造商訂單序列，計算各階層訂單變異數 (Variance)。展示啟...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bullwhip_analysis.json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Week12_Antigravity_Project.zip，動手做出真正可運行的產出！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1：長鞭效應指下游微小波動在上游被逐級放大的現象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2：長鞭效應四大成因英文名詞與內涵為高頻考題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3：VMI 模式由供應商負責監控庫存並主動補貨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4：資訊共享 (Information Sharing) 是消除長鞭效應的最有效方法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12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