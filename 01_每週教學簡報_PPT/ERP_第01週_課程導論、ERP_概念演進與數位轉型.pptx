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64592" cy="4572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005840"/>
            <a:ext cx="10241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萬能科技大學 企業管理系 ｜ 11501 企業資源規劃 (ERP)</a:t>
            </a:r>
          </a:p>
          <a:p>
            <a:pPr>
              <a:spcAft>
                <a:spcPts val="1200"/>
              </a:spcAft>
            </a:pPr>
            <a:r>
              <a:rPr sz="4000" b="1">
                <a:solidFill>
                  <a:srgbClr val="FFFFFF"/>
                </a:solidFill>
                <a:latin typeface="微軟正黑體"/>
              </a:rPr>
              <a:t>第 01 週：課程導論、ERP 概念演進與數位轉型</a:t>
            </a:r>
          </a:p>
          <a:p>
            <a:pPr>
              <a:spcAft>
                <a:spcPts val="2000"/>
              </a:spcAft>
            </a:pPr>
            <a:r>
              <a:rPr sz="3000" b="1">
                <a:solidFill>
                  <a:srgbClr val="E2E8F0"/>
                </a:solidFill>
                <a:latin typeface="微軟正黑體"/>
              </a:rPr>
              <a:t>企業核心流程整合 ✕ Agentic AI 前瞻應用</a:t>
            </a:r>
          </a:p>
          <a:p>
            <a:pPr>
              <a:spcAft>
                <a:spcPts val="1000"/>
              </a:spcAft>
            </a:pPr>
            <a:r>
              <a:rPr sz="2800">
                <a:solidFill>
                  <a:srgbClr val="CBD5E1"/>
                </a:solidFill>
                <a:latin typeface="微軟正黑體"/>
              </a:rPr>
              <a:t>班級：進企四系4甲 ｜ 時間：週四 16:20 ~ 17:50 (電腦教室)</a:t>
            </a:r>
          </a:p>
          <a:p>
            <a:r>
              <a:rPr sz="2800" b="1">
                <a:solidFill>
                  <a:srgbClr val="D97706"/>
                </a:solidFill>
                <a:latin typeface="微軟正黑體"/>
              </a:rPr>
              <a:t>授課教師：邱俊維 博士 ｜ ★ 考取 AI 賦能 ERP 或相關證照直接加分！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教師簡介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授課教師個人自我介紹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授課教師：邱俊維 博士 (Dr. Chun-Wei Chiu)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學歷背景：長庚大學 管理研究所 博士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專長領域：決策分析、AI Agent 實務、全端開發、ERP 企業資源規劃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授課時間：每週四 16:20 ~ 17:50 ｜ 上課地點：電腦教室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課業諮詢 (Office Hours)：每週一 15:00~16:00 (J801-1 研究室)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關鍵提點：聯絡信箱：cwchiu@vnu.edu.tw ｜ 電話：0976-595-981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修課規範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開課基本資訊與學期評分標準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授課班級：進修部 企業管理系 四系 4 甲 (進企四系4甲)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上課時間：每週四 16:20 ~ 17:50 ｜ 上課地點：電腦教室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平時出席與課堂參與：20% ｜ 每週隨堂測驗與實作：20%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期中考 (理論流程測驗)：25% ｜ 期末考 (綜合實戰評量)：25%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AI 輔助企業流程專題提案：10%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關鍵提點：一人一機實機操作，請同學每週準時到課並登入教學平台！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加分機制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★ 專業證照特別加分規定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修課期間考取 AI 賦能 ERP 或相關證照直接加分！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推薦證照一：中華企業資源規劃學會「AI 賦能 ERP 規劃師」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推薦證照二：中華企業資源規劃學會「ERP 規劃師 / 基礎檢定」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凡考取學會專業認證者，直接計入學期總成績特別加分！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落實「課堂學習即考照複習」，輔導全班順利考取證照！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關鍵提點：平台內建 200+ 題全真題庫，每週均配有 5 題快測助你輕鬆考照！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教學節奏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每週上課教學節奏 (100 分鐘標準配比)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【前半段 50 分鐘】核心觀念精講與證照考點剖析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破冰引言 (10分) ➔ 單元架構圖解 (30分) ➔ 高頻考題解析 (10分)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【後半段 50 分鐘】流程實戰、情境演練與 AI 實務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企業情境模擬題 (35分) ➔ 防呆檢核 (10分) ➔ 隨堂快測評量 (5分)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全班在電腦教室一邊聽講、一邊同步動手執行 Antigravity 專案實作與驗收！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關鍵提點：高效率 100 分鐘，兼具「理論理解」與「實務操作」！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痛點破冰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企業營運痛點：什麼是「資訊孤島」？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傳統企業各部門使用獨立系統，互不相通，形同孤島！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業務接單不知道倉庫庫存，容易超賣發生跳票危機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採購不知道工廠生產排程，盲目進貨導致原物料爆倉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跨部門傳遞單據依賴人工紙本鍵入，錯誤率高且效率低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ERP 的終極使命：打破部門穀倉，建立單一真實數據源！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關鍵提點：資訊孤島 (Information Island) 是 ERP 專業檢定必考核心概念！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歷史演進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ERP 系統演進關鍵四階段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1960s MRP (材料需求規劃)：計算物料何時需要、需要多少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1980s MRPII (製造資源規劃)：納入產能、工時與成本財務控制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1990s ERP (企業資源規劃)：橫向打通銷配、採購、財務、人資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2020s Agentic AI 賦能 ERP：具備自主感知、工具調用與人機協同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關鍵提點：APICS 權威定義：ERP 為會計導向的企業資源整合系統！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前瞻技術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傳統 ERP vs Agentic AI 升級對比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 ERP：高度依賴人工鍵入單據，員工花費大量時間打單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現代 Agentic AI：自主解析非結構化 Email/LINE 訂單需求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AI Agent 能自動呼叫 ERP API 查詢 ATP 庫存並驗證客戶信用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內建安全邊界 (Guardrails)：大額單據自動觸發主管人機審批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從『流程數位化』躍升為『智慧自主化』企業營運大腦！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關鍵提點：本學期第 16 週將實作專屬 Agentic AI 企業工作流！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實機任務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Antigravity 任務：ERP 核心主檔資料結構與防呆驗證器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🏢 企業情境：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企業各部門常因客戶名稱、統編或料號定義不一而陷入『資訊孤島』。本週任務要求學生使用 Antigravity 定義企業客戶、物料與庫房之 Sche...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7C3AED"/>
                </a:solidFill>
                <a:latin typeface="微軟正黑體"/>
              </a:rPr>
              <a:t>🤖 AI 指引：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你是一位 ERP 系統架構師。請使用 Python 建立企業主檔（Customer 與 Item）的驗證器。讀取 sample_data.jso...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059669"/>
                </a:solidFill>
                <a:latin typeface="微軟正黑體"/>
              </a:rPr>
              <a:t>📦 產出交付：</a:t>
            </a:r>
            <a:r>
              <a:rPr sz="2800" b="1">
                <a:solidFill>
                  <a:srgbClr val="0F172A"/>
                </a:solidFill>
                <a:latin typeface="微軟正黑體"/>
              </a:rPr>
              <a:t>master_data_clean.json 與 error_log.txt (存放於專案目錄)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🎯 實作驗收：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解壓 Week01_Antigravity_Project.zip ➔ 執行 starter.py ➔ verify.py 驗收通過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065F46"/>
                </a:solidFill>
                <a:latin typeface="微軟正黑體"/>
              </a:rPr>
              <a:t>💡 電腦教室實戰：一人一機下載 Week01_Antigravity_Project.zip，動手做出真正可運行的產出！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證照考點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ERP 專業精選高頻考點提點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考點 1：ERP 名詞由 Gartner Group 提出，APICS 定義最權威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考點 2：ERP 本質為會計導向 (Accounting-oriented) 系統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考點 3：ERP 最主要效益為跨部門資訊整合與即時反應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考點 4：資訊科技 (IT) 已從競爭武器轉為企業生存必備基石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關鍵提點：每週完成平台隨堂 5 題快測，期末考照輕鬆過關！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