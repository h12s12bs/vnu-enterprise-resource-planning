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09 週：第 09 週：期中學習評量與證照考點總複習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CH01~CH07 階段統整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09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授課單元：期中學習評量與證照考點總複習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章節對應：CH01~CH07 階段統整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核心學習目標：期中實務流程分析報告驗收，梳理三大核心循環，全面排查考照高頻盲點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認證考試核心焦點：期中考照高頻陷阱題深度剖析、三大循環綜合勾稽關係檢驗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【企業現場】期中學習評量與證照考點總複習之典型營運困境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企業痛點核心情境：期中總盤點：結合前半學期所學，撰寫企業流程優化專案提案，鞏固前半學期核心知識。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【流程重構】期中學習評量與證照考點總複習之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【架構剖析】期中學習評量與證照考點總複習的核心模組功能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核心功能定位：落實期中實務流程分析報告驗收，梳理三大核心循環，全面排查考照高頻盲點之核心作業標準化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【運算核心】期中學習評量與證照考點總複習關鍵演算法原理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運算演算法旨在解決企業在『期中實務流程分析報告驗收，梳理三大核心循環，全面排查考照高頻盲點』時的決策最佳化問題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賦能】期中學習評量與證照考點總複習之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09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實作專案主題：09_Week09_期中專案報告範本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09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09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09 週 09_Week09_期中專案報告範本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【考點精要】期中學習評量與證照考點總複習之證照必考重點速記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證照考試核心大綱對應：期中考照高頻陷阱題深度剖析、三大循環綜合勾稽關係檢驗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精選真題：關於期中學習評量與證照考點總複習的核心功能與作業原則，下列敘述何者最為正確？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09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核心理念：期中總盤點：結合前半學期所學，撰寫企業流程優化專案提案，鞏固前半學期核心知識。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任務：期中綜合專案 - 端到端 ERP 跨模組資料流整合管線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檢驗前 8 週的學習成果。學生需用 Antigravity 串接：[SD 訂單] ➔ [檢查 ATP] ➔ [PP 展開 BOM] ➔ [MRP...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建立端到端 ERP 串接管線。模擬客戶下單 200 台車，系統自動依序呼叫 ATP 驗證、BOM 展開、MRP 推...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end_to_end_pipeline_log.json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Week09_Antigravity_Project.zip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Week09_Antigravity_Project.zip，動手做出真正可運行的產出！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