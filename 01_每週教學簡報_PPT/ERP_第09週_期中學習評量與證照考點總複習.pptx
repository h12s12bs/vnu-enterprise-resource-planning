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09 週：期中學習評量與證照考點總複習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CH01~CH07 核心考點盤點 ✕ 期中 50 題全真模考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評量目標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期中評量目標與複習指引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全盤串聯前半學期核心模組：O2C 銷售 ✕ P2P 採購 ✕ PP 生產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釐清各模組單據流向、資訊勾稽與借貸分錄自動拋轉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於電腦教室上機實施【期中全真模擬考 50 題 (60分鐘)】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分析落點診斷雷達圖，精準掌握個人盲點並收錄至錯題筆記！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關鍵提點：期中成績佔學期總成績 25%，考取證照直接加分！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名詞速查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重要英文縮寫速記寶典 (必考！)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O2C (Order-to-Cash)：銷售循環（報價➔訂單➔發貨➔發票➔收款）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P2P (Procure-to-Pay)：採購循環（請購➔採購➔收料➔發票➔付款）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ATP (Available-to-Promise)：可承諾量，業務接單交期依據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BOM (Bill of Materials)：物料清單，產品結構階層清單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MRP (Material Requirements Planning)：物料需求規劃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關鍵提點：掌握這五大英文縮寫與單據關係，就掌握了前半學期 80% 核心！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分錄速記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會計借貸自動拋轉核心規則速記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銷貨發料過帳：【借：銷貨成本 ｜ 貸：存貨】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開立銷貨發票：【借：應收帳款 ｜ 貸：銷貨收入、銷項稅額】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採購驗收入庫：【借：在途存貨/暫估應付 ｜ 貸：應付帳款】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發票三向比對通過：【借：進項稅額 ｜ 貸：應付帳款正式確立】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確保實體物流與會計金流分秒不差、完美勾稽！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關鍵提點：借貸方向切勿混淆！出庫存貨在貸方，收料存貨在借方！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任務：期中綜合專案 - 端到端 ERP 跨模組資料流整合管線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檢驗前 8 週的學習成果。學生需用 Antigravity 串接：[SD 訂單] ➔ [檢查 ATP] ➔ [PP 展開 BOM] ➔ [MRP...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建立端到端 ERP 串接管線。模擬客戶下單 200 台車，系統自動依序呼叫 ATP 驗證、BOM 展開、MRP 推...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end_to_end_pipeline_log.json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Week09_Antigravity_Project.zip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Week09_Antigravity_Project.zip，動手做出真正可運行的產出！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期中模考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09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期中全真模擬考測驗說明 (50 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請同學開啟平台【ERP 實務題庫測驗中心 ➔ 期中全真模考】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測驗題數：50 題選擇題 ｜ 倒數計時：60 分鐘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涵蓋範圍：第 1 章至第 7 章完整考點 ＋ AI ERP 前瞻觀念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及格門檻：70 分合格線，模擬正式學會檢定考試標準！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交卷後系統即時顯示分數與各模組落點雷達圖，並提供逐題詳解！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關鍵提點：點選交卷後做錯的題目會自動收進【錯題筆記本】方便重練！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