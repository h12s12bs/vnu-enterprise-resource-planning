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16 週：第 16 週：AI 時代的 ERP：AI Agent 與流程自動化實務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AI CH13 / 前瞻應用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16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授課單元：AI 時代的 ERP：AI Agent 與流程自動化實務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章節對應：AI CH13 / 前瞻應用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 Agentic AI 核心架構、Tool Calling 工具調用、ReAct 推理鏈與人機協同審批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認證考試核心焦點：Agentic AI 核心架構、ReAct 推理機制、Tool Calling API 串接、提示詞工程與安全護欄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【企業現場】AI 時代的 ERP：AI Agent 與流程自動化實務之典型營運困境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企業痛點核心情境：未來的 ERP 系統不再需要員工整天手動打單，AI Agent 主動幫你查詢、比對、試算並自動送審！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【流程重構】AI 時代的 ERP：AI Agent 與流程自動化實務之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【架構剖析】AI 時代的 ERP：AI Agent 與流程自動化實務的核心模組功能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 Agentic AI 核心架構、Tool Calling 工具調用、ReAct 推理鏈與人機協同審批之核心作業標準化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【運算核心】AI 時代的 ERP：AI Agent 與流程自動化實務關鍵演算法原理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 Agentic AI 核心架構、Tool Calling 工具調用、ReAct 推理鏈與人機協同審批』時的決策最佳化問題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賦能】AI 時代的 ERP：AI Agent 與流程自動化實務之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16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實作專案主題：16_Week16_Agentic_AI_ReAct企業採購自動審批Agent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16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16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16 週 16_Week16_Agentic_AI_ReAct企業採購自動審批Agent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【考點精要】AI 時代的 ERP：AI Agent 與流程自動化實務之證照必考重點速記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證照考試核心大綱對應：Agentic AI 核心架構、ReAct 推理機制、Tool Calling API 串接、提示詞工程與安全護欄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精選真題：關於AI 時代的 ERP：AI Agent 與流程自動化實務的核心功能與作業原則，下列敘述何者最為正確？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16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核心理念：未來的 ERP 系統不再需要員工整天手動打單，AI Agent 主動幫你查詢、比對、試算並自動送審！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任務：Agentic AI 核心實戰 - ReAct 自主企業訂單處理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本週為全課程最核心前瞻實作！學生將在 Antigravity 中實作完整的 ReAct (Thought ➔ Action ➔ Observat...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實作一個完整的 ReAct Agent。給定客戶發來的訂單文字需求，Agent 必須：1. Thought: 思考...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agent_react_trace.json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Week16_Antigravity_Project.zip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Week16_Antigravity_Project.zip，動手做出真正可運行的產出！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