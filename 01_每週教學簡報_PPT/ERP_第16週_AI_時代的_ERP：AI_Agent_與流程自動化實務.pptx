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16 週：AI 時代的 ERP：AI Agent 與流程自動化實務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AI 賦能 ERP 考點 ✕ ReAct 推理框架 ✕ 專題企劃書產出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前瞻亮點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 (本課程核心前瞻亮點！)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深入掌握《從 ERP 到 AI 數位轉型》企業實務核心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 ERP 整合 AI 的四層架構 (基礎設施層 ➔ 資料層 ➔ 模型層 ➔ 流程層)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 Agentic AI 與傳統 RPA 差異，精熟 ReAct 推理框架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於平台【Agentic Studio】實作並一鍵匯出期末專題企劃書 (10%)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關鍵提點：學會規劃企業 Agentic AI 流程，是邁向高薪 AI 顧問的核心門票！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架構精析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賦能 ERP 四層整合架構 (ERP 檢定必考！)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基礎設施層 (Infrastructure)：提供雲端算力與高擴展性儲存環境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資料層 (Data Layer)：集中治理 ERP 交易數據，建立 AI-Ready 純淨資料湖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模型層 (Model Layer)：大語言模型 (LLM)、預測分析模型與 RAG 知識檢索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流程層 (Process Layer)：將 AI Agents 嵌入 ERP 端到端作業自主調用工具！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關鍵提點：流程層是 Agentic AI 真正落地發揮企業效益的最高指揮中心！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概念辨析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Agentic AI 智慧代理人 vs 傳統 RPA 流程機器人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RPA：依照既定腳本執行死板點擊，遇到非預期錯誤直接崩潰中斷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Agentic AI：具備目標感知、自主推理規劃 (Planning)、工具調用 (Tool Calling)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能理解非結構化文字（如客戶亂碼格式 Email），並自我反思除錯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配合人機協同 (Human-in-the-Loop)：正常單據秒級自主放行，異常單據召喚人類覆核！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關鍵提點：Agentic AI 賦予企業流程前所未有的彈性與適應力！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推理框架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ReAct (Reasoning + Acting) 推理框架大解密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Cycle 1 - 思考 (Thought)：『客戶來信要訂 50 台車，先查庫存 ATP 是否充裕』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Cycle 2 - 行動 (Action)：呼叫 ERP 工具 `erp_check_atp(item, qty)`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Cycle 3 - 觀察 (Observation)：接收 ERP API 回傳『目前剩餘 ATP 為 60 台，庫存充裕』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Cycle 4 - 思考與防呆 (Thought &amp; Guardrail)：『金額超額，召喚主管審核』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Cycle 5 - 最終成果 (Final Output)：正式產生 ERP 銷售訂單 #SO-20260909-088！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關鍵提點：請在平台上點擊【🚀 啟動 ReAct 模擬】親眼見證思考日誌！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專題實作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期末專題實作：產出 Agentic AI 專題企劃書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一人一機實作：下載 Week 16 Antigravity 專案包，撰寫 ReAct Agent 自主調用 ERP API！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自選一項企業實務範本：O2C 智慧訂單 / P2P 智慧核帳 / MRP 智慧補貨 / CRM 退換貨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調整觸發器、Prompt 指令、勾選 ERP 工具並設定防呆門檻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點選【產出學生專題企劃書】，填入組員名單與預期效益量化 KPI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點選【下載 Markdown】或【列印/另存 PDF】，即可繳交期末 10% 專題作業！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關鍵提點：完成專題規劃即可解鎖平台【Agentic AI 架構師】榮譽成就勳章！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核心實戰 - ReAct 自主企業訂單處理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本週為全課程最核心前瞻實作！學生將在 Antigravity 中實作完整的 ReAct (Thought ➔ Action ➔ Observat...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實作一個完整的 ReAct Agent。給定客戶發來的訂單文字需求，Agent 必須：1. Thought: 思考...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agent_react_trace.json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Week16_Antigravity_Project.zip，動手做出真正可運行的產出！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賦能 ERP 專業考點解析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1：AI ERP 四層架構中調度 Agents 執行業務的是『流程層』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2：Agentic AI 核心特徵為自主感知、推理規劃與工具調用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3：人機協同 (Human-in-the-Loop) 於重大金額或異常時必須由人類介入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4：主檔資料治理 (Data Governance) 是避免垃圾進垃圾出的首要前提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關鍵提點：考取 AI 賦能 ERP 證照直接加分！請完成隨堂 5 題快測！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